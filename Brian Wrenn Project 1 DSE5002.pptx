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AB785-D540-4C81-BC0B-ED0E4DCDE506}" v="23" dt="2025-11-30T03:05:19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dubsss0005@outlook.com" userId="26b9f0d7f6ebc6d5" providerId="LiveId" clId="{A8A64380-8F31-472F-812A-5BD7FFDD1D3A}"/>
    <pc:docChg chg="undo custSel addSld modSld">
      <pc:chgData name="bdubsss0005@outlook.com" userId="26b9f0d7f6ebc6d5" providerId="LiveId" clId="{A8A64380-8F31-472F-812A-5BD7FFDD1D3A}" dt="2025-11-30T03:05:34.133" v="302" actId="26606"/>
      <pc:docMkLst>
        <pc:docMk/>
      </pc:docMkLst>
      <pc:sldChg chg="addSp delSp modSp mod setBg">
        <pc:chgData name="bdubsss0005@outlook.com" userId="26b9f0d7f6ebc6d5" providerId="LiveId" clId="{A8A64380-8F31-472F-812A-5BD7FFDD1D3A}" dt="2025-11-30T03:05:34.133" v="302" actId="26606"/>
        <pc:sldMkLst>
          <pc:docMk/>
          <pc:sldMk cId="2184383237" sldId="256"/>
        </pc:sldMkLst>
        <pc:spChg chg="mod">
          <ac:chgData name="bdubsss0005@outlook.com" userId="26b9f0d7f6ebc6d5" providerId="LiveId" clId="{A8A64380-8F31-472F-812A-5BD7FFDD1D3A}" dt="2025-11-30T03:05:34.133" v="302" actId="26606"/>
          <ac:spMkLst>
            <pc:docMk/>
            <pc:sldMk cId="2184383237" sldId="256"/>
            <ac:spMk id="2" creationId="{81975EDA-411F-A595-2D81-1344BE71CBE1}"/>
          </ac:spMkLst>
        </pc:spChg>
        <pc:spChg chg="mod">
          <ac:chgData name="bdubsss0005@outlook.com" userId="26b9f0d7f6ebc6d5" providerId="LiveId" clId="{A8A64380-8F31-472F-812A-5BD7FFDD1D3A}" dt="2025-11-30T03:05:34.133" v="302" actId="26606"/>
          <ac:spMkLst>
            <pc:docMk/>
            <pc:sldMk cId="2184383237" sldId="256"/>
            <ac:spMk id="3" creationId="{31A58874-838F-432E-D443-A145B82CA545}"/>
          </ac:spMkLst>
        </pc:spChg>
        <pc:spChg chg="add del">
          <ac:chgData name="bdubsss0005@outlook.com" userId="26b9f0d7f6ebc6d5" providerId="LiveId" clId="{A8A64380-8F31-472F-812A-5BD7FFDD1D3A}" dt="2025-11-30T03:05:34.110" v="301" actId="26606"/>
          <ac:spMkLst>
            <pc:docMk/>
            <pc:sldMk cId="2184383237" sldId="256"/>
            <ac:spMk id="8" creationId="{577D6B2E-37A3-429E-A37C-F30ED6487282}"/>
          </ac:spMkLst>
        </pc:spChg>
        <pc:spChg chg="add del">
          <ac:chgData name="bdubsss0005@outlook.com" userId="26b9f0d7f6ebc6d5" providerId="LiveId" clId="{A8A64380-8F31-472F-812A-5BD7FFDD1D3A}" dt="2025-11-30T03:05:34.110" v="301" actId="26606"/>
          <ac:spMkLst>
            <pc:docMk/>
            <pc:sldMk cId="2184383237" sldId="256"/>
            <ac:spMk id="10" creationId="{5CEAD642-85CF-4750-8432-7C80C901F001}"/>
          </ac:spMkLst>
        </pc:spChg>
        <pc:spChg chg="add del">
          <ac:chgData name="bdubsss0005@outlook.com" userId="26b9f0d7f6ebc6d5" providerId="LiveId" clId="{A8A64380-8F31-472F-812A-5BD7FFDD1D3A}" dt="2025-11-30T03:05:34.110" v="301" actId="26606"/>
          <ac:spMkLst>
            <pc:docMk/>
            <pc:sldMk cId="2184383237" sldId="256"/>
            <ac:spMk id="12" creationId="{FA33EEAE-15D5-4119-8C1E-89D943F911EF}"/>
          </ac:spMkLst>
        </pc:spChg>
        <pc:spChg chg="add del">
          <ac:chgData name="bdubsss0005@outlook.com" userId="26b9f0d7f6ebc6d5" providerId="LiveId" clId="{A8A64380-8F31-472F-812A-5BD7FFDD1D3A}" dt="2025-11-30T03:05:34.110" v="301" actId="26606"/>
          <ac:spMkLst>
            <pc:docMk/>
            <pc:sldMk cId="2184383237" sldId="256"/>
            <ac:spMk id="14" creationId="{730D8B3B-9B80-4025-B934-26DC7D7CD231}"/>
          </ac:spMkLst>
        </pc:spChg>
        <pc:spChg chg="add del">
          <ac:chgData name="bdubsss0005@outlook.com" userId="26b9f0d7f6ebc6d5" providerId="LiveId" clId="{A8A64380-8F31-472F-812A-5BD7FFDD1D3A}" dt="2025-11-30T03:05:34.110" v="301" actId="26606"/>
          <ac:spMkLst>
            <pc:docMk/>
            <pc:sldMk cId="2184383237" sldId="256"/>
            <ac:spMk id="16" creationId="{1064D5D5-227B-4F66-9AEA-46F570E793BD}"/>
          </ac:spMkLst>
        </pc:spChg>
        <pc:spChg chg="add del">
          <ac:chgData name="bdubsss0005@outlook.com" userId="26b9f0d7f6ebc6d5" providerId="LiveId" clId="{A8A64380-8F31-472F-812A-5BD7FFDD1D3A}" dt="2025-11-30T03:05:34.110" v="301" actId="26606"/>
          <ac:spMkLst>
            <pc:docMk/>
            <pc:sldMk cId="2184383237" sldId="256"/>
            <ac:spMk id="18" creationId="{646B67A4-D328-4747-A82B-65E84FA46368}"/>
          </ac:spMkLst>
        </pc:spChg>
        <pc:spChg chg="add del">
          <ac:chgData name="bdubsss0005@outlook.com" userId="26b9f0d7f6ebc6d5" providerId="LiveId" clId="{A8A64380-8F31-472F-812A-5BD7FFDD1D3A}" dt="2025-11-30T03:05:34.110" v="301" actId="26606"/>
          <ac:spMkLst>
            <pc:docMk/>
            <pc:sldMk cId="2184383237" sldId="256"/>
            <ac:spMk id="20" creationId="{B5A1B09C-1565-46F8-B70F-621C5EB48A09}"/>
          </ac:spMkLst>
        </pc:spChg>
        <pc:spChg chg="add del">
          <ac:chgData name="bdubsss0005@outlook.com" userId="26b9f0d7f6ebc6d5" providerId="LiveId" clId="{A8A64380-8F31-472F-812A-5BD7FFDD1D3A}" dt="2025-11-30T03:05:34.110" v="301" actId="26606"/>
          <ac:spMkLst>
            <pc:docMk/>
            <pc:sldMk cId="2184383237" sldId="256"/>
            <ac:spMk id="22" creationId="{8C516CC8-80AC-446C-A56E-9F54B7210402}"/>
          </ac:spMkLst>
        </pc:spChg>
        <pc:spChg chg="add">
          <ac:chgData name="bdubsss0005@outlook.com" userId="26b9f0d7f6ebc6d5" providerId="LiveId" clId="{A8A64380-8F31-472F-812A-5BD7FFDD1D3A}" dt="2025-11-30T03:05:34.133" v="302" actId="26606"/>
          <ac:spMkLst>
            <pc:docMk/>
            <pc:sldMk cId="2184383237" sldId="256"/>
            <ac:spMk id="24" creationId="{6F5A5072-7B47-4D32-B52A-4EBBF590B8A5}"/>
          </ac:spMkLst>
        </pc:spChg>
        <pc:spChg chg="add">
          <ac:chgData name="bdubsss0005@outlook.com" userId="26b9f0d7f6ebc6d5" providerId="LiveId" clId="{A8A64380-8F31-472F-812A-5BD7FFDD1D3A}" dt="2025-11-30T03:05:34.133" v="302" actId="26606"/>
          <ac:spMkLst>
            <pc:docMk/>
            <pc:sldMk cId="2184383237" sldId="256"/>
            <ac:spMk id="25" creationId="{9715DAF0-AE1B-46C9-8A6B-DB2AA05AB91D}"/>
          </ac:spMkLst>
        </pc:spChg>
        <pc:spChg chg="add">
          <ac:chgData name="bdubsss0005@outlook.com" userId="26b9f0d7f6ebc6d5" providerId="LiveId" clId="{A8A64380-8F31-472F-812A-5BD7FFDD1D3A}" dt="2025-11-30T03:05:34.133" v="302" actId="26606"/>
          <ac:spMkLst>
            <pc:docMk/>
            <pc:sldMk cId="2184383237" sldId="256"/>
            <ac:spMk id="26" creationId="{6016219D-510E-4184-9090-6D5578A87BD1}"/>
          </ac:spMkLst>
        </pc:spChg>
        <pc:spChg chg="add">
          <ac:chgData name="bdubsss0005@outlook.com" userId="26b9f0d7f6ebc6d5" providerId="LiveId" clId="{A8A64380-8F31-472F-812A-5BD7FFDD1D3A}" dt="2025-11-30T03:05:34.133" v="302" actId="26606"/>
          <ac:spMkLst>
            <pc:docMk/>
            <pc:sldMk cId="2184383237" sldId="256"/>
            <ac:spMk id="27" creationId="{AFF4A713-7B75-4B21-90D7-5AB19547C728}"/>
          </ac:spMkLst>
        </pc:spChg>
        <pc:spChg chg="add">
          <ac:chgData name="bdubsss0005@outlook.com" userId="26b9f0d7f6ebc6d5" providerId="LiveId" clId="{A8A64380-8F31-472F-812A-5BD7FFDD1D3A}" dt="2025-11-30T03:05:34.133" v="302" actId="26606"/>
          <ac:spMkLst>
            <pc:docMk/>
            <pc:sldMk cId="2184383237" sldId="256"/>
            <ac:spMk id="28" creationId="{DC631C0B-6DA6-4E57-8231-CE32B3434A7E}"/>
          </ac:spMkLst>
        </pc:spChg>
        <pc:spChg chg="add">
          <ac:chgData name="bdubsss0005@outlook.com" userId="26b9f0d7f6ebc6d5" providerId="LiveId" clId="{A8A64380-8F31-472F-812A-5BD7FFDD1D3A}" dt="2025-11-30T03:05:34.133" v="302" actId="26606"/>
          <ac:spMkLst>
            <pc:docMk/>
            <pc:sldMk cId="2184383237" sldId="256"/>
            <ac:spMk id="29" creationId="{C29501E6-A978-4A61-9689-9085AF97A53A}"/>
          </ac:spMkLst>
        </pc:spChg>
      </pc:sldChg>
      <pc:sldChg chg="modSp mod">
        <pc:chgData name="bdubsss0005@outlook.com" userId="26b9f0d7f6ebc6d5" providerId="LiveId" clId="{A8A64380-8F31-472F-812A-5BD7FFDD1D3A}" dt="2025-11-30T02:47:29.482" v="159" actId="5793"/>
        <pc:sldMkLst>
          <pc:docMk/>
          <pc:sldMk cId="1273506741" sldId="258"/>
        </pc:sldMkLst>
        <pc:spChg chg="mod">
          <ac:chgData name="bdubsss0005@outlook.com" userId="26b9f0d7f6ebc6d5" providerId="LiveId" clId="{A8A64380-8F31-472F-812A-5BD7FFDD1D3A}" dt="2025-11-30T02:47:29.482" v="159" actId="5793"/>
          <ac:spMkLst>
            <pc:docMk/>
            <pc:sldMk cId="1273506741" sldId="258"/>
            <ac:spMk id="3" creationId="{1DEFA7B6-C712-0B04-3F4D-A1F22FEDE1DF}"/>
          </ac:spMkLst>
        </pc:spChg>
      </pc:sldChg>
      <pc:sldChg chg="addSp delSp modSp mod setBg">
        <pc:chgData name="bdubsss0005@outlook.com" userId="26b9f0d7f6ebc6d5" providerId="LiveId" clId="{A8A64380-8F31-472F-812A-5BD7FFDD1D3A}" dt="2025-11-30T02:59:35.581" v="289" actId="26606"/>
        <pc:sldMkLst>
          <pc:docMk/>
          <pc:sldMk cId="2393272538" sldId="259"/>
        </pc:sldMkLst>
        <pc:spChg chg="mod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2" creationId="{DDF34484-E732-3760-9E16-60BE156C03AC}"/>
          </ac:spMkLst>
        </pc:spChg>
        <pc:spChg chg="add del mod">
          <ac:chgData name="bdubsss0005@outlook.com" userId="26b9f0d7f6ebc6d5" providerId="LiveId" clId="{A8A64380-8F31-472F-812A-5BD7FFDD1D3A}" dt="2025-11-30T02:49:48.695" v="165" actId="26606"/>
          <ac:spMkLst>
            <pc:docMk/>
            <pc:sldMk cId="2393272538" sldId="259"/>
            <ac:spMk id="3" creationId="{5AC3488A-D836-B069-7649-48614F7B66F3}"/>
          </ac:spMkLst>
        </pc:spChg>
        <pc:spChg chg="add del">
          <ac:chgData name="bdubsss0005@outlook.com" userId="26b9f0d7f6ebc6d5" providerId="LiveId" clId="{A8A64380-8F31-472F-812A-5BD7FFDD1D3A}" dt="2025-11-30T02:49:44.549" v="162" actId="26606"/>
          <ac:spMkLst>
            <pc:docMk/>
            <pc:sldMk cId="2393272538" sldId="259"/>
            <ac:spMk id="9" creationId="{C0763A76-9F1C-4FC5-82B7-DD475DA461B2}"/>
          </ac:spMkLst>
        </pc:spChg>
        <pc:spChg chg="add del">
          <ac:chgData name="bdubsss0005@outlook.com" userId="26b9f0d7f6ebc6d5" providerId="LiveId" clId="{A8A64380-8F31-472F-812A-5BD7FFDD1D3A}" dt="2025-11-30T02:49:44.549" v="162" actId="26606"/>
          <ac:spMkLst>
            <pc:docMk/>
            <pc:sldMk cId="2393272538" sldId="259"/>
            <ac:spMk id="11" creationId="{E81BF4F6-F2CF-4984-9D14-D6966D92F99F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15" creationId="{3150CB11-0C61-439E-910F-5787759E72A0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16" creationId="{BACC6370-2D7E-4714-9D71-7542949D7D5D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17" creationId="{43F8A58B-5155-44CE-A5FF-7647B47D0A7A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18" creationId="{256B2C21-A230-48C0-8DF1-C46611373C44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19" creationId="{443F2ACA-E6D6-4028-82DD-F03C262D5DE6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20" creationId="{3847E18C-932D-4C95-AABA-FEC7C9499AD7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26" creationId="{6D1A2CED-DA9B-4CCF-8215-CFC65FE71603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28" creationId="{562DFC44-A40C-4573-9230-B3EDB3EC8EEB}"/>
          </ac:spMkLst>
        </pc:spChg>
        <pc:spChg chg="add del">
          <ac:chgData name="bdubsss0005@outlook.com" userId="26b9f0d7f6ebc6d5" providerId="LiveId" clId="{A8A64380-8F31-472F-812A-5BD7FFDD1D3A}" dt="2025-11-30T02:59:35.581" v="289" actId="26606"/>
          <ac:spMkLst>
            <pc:docMk/>
            <pc:sldMk cId="2393272538" sldId="259"/>
            <ac:spMk id="30" creationId="{15589D35-CF9F-4DE9-A792-8571A09E9BC9}"/>
          </ac:spMkLst>
        </pc:spChg>
        <pc:graphicFrameChg chg="add del">
          <ac:chgData name="bdubsss0005@outlook.com" userId="26b9f0d7f6ebc6d5" providerId="LiveId" clId="{A8A64380-8F31-472F-812A-5BD7FFDD1D3A}" dt="2025-11-30T02:49:48.670" v="164" actId="26606"/>
          <ac:graphicFrameMkLst>
            <pc:docMk/>
            <pc:sldMk cId="2393272538" sldId="259"/>
            <ac:graphicFrameMk id="13" creationId="{F7DBC804-9CE3-6C2E-A000-AA16B8A386DC}"/>
          </ac:graphicFrameMkLst>
        </pc:graphicFrameChg>
        <pc:graphicFrameChg chg="add">
          <ac:chgData name="bdubsss0005@outlook.com" userId="26b9f0d7f6ebc6d5" providerId="LiveId" clId="{A8A64380-8F31-472F-812A-5BD7FFDD1D3A}" dt="2025-11-30T02:49:48.695" v="165" actId="26606"/>
          <ac:graphicFrameMkLst>
            <pc:docMk/>
            <pc:sldMk cId="2393272538" sldId="259"/>
            <ac:graphicFrameMk id="21" creationId="{49D9268C-145D-8200-99B0-22F62DD8C1E1}"/>
          </ac:graphicFrameMkLst>
        </pc:graphicFrameChg>
        <pc:picChg chg="add del">
          <ac:chgData name="bdubsss0005@outlook.com" userId="26b9f0d7f6ebc6d5" providerId="LiveId" clId="{A8A64380-8F31-472F-812A-5BD7FFDD1D3A}" dt="2025-11-30T02:49:44.549" v="162" actId="26606"/>
          <ac:picMkLst>
            <pc:docMk/>
            <pc:sldMk cId="2393272538" sldId="259"/>
            <ac:picMk id="5" creationId="{28EDB4F6-0BED-7FAB-5F2D-D608FDE84A25}"/>
          </ac:picMkLst>
        </pc:picChg>
        <pc:picChg chg="add del">
          <ac:chgData name="bdubsss0005@outlook.com" userId="26b9f0d7f6ebc6d5" providerId="LiveId" clId="{A8A64380-8F31-472F-812A-5BD7FFDD1D3A}" dt="2025-11-30T02:49:48.670" v="164" actId="26606"/>
          <ac:picMkLst>
            <pc:docMk/>
            <pc:sldMk cId="2393272538" sldId="259"/>
            <ac:picMk id="6" creationId="{25B5B7F3-A416-32A3-A708-49C111719B76}"/>
          </ac:picMkLst>
        </pc:picChg>
      </pc:sldChg>
      <pc:sldChg chg="addSp delSp modSp mod setBg">
        <pc:chgData name="bdubsss0005@outlook.com" userId="26b9f0d7f6ebc6d5" providerId="LiveId" clId="{A8A64380-8F31-472F-812A-5BD7FFDD1D3A}" dt="2025-11-30T03:00:09.027" v="293" actId="27636"/>
        <pc:sldMkLst>
          <pc:docMk/>
          <pc:sldMk cId="2783255348" sldId="260"/>
        </pc:sldMkLst>
        <pc:spChg chg="mod">
          <ac:chgData name="bdubsss0005@outlook.com" userId="26b9f0d7f6ebc6d5" providerId="LiveId" clId="{A8A64380-8F31-472F-812A-5BD7FFDD1D3A}" dt="2025-11-30T02:50:24.432" v="182" actId="26606"/>
          <ac:spMkLst>
            <pc:docMk/>
            <pc:sldMk cId="2783255348" sldId="260"/>
            <ac:spMk id="2" creationId="{509B3C07-8345-671E-4839-1B9BA8B80BCF}"/>
          </ac:spMkLst>
        </pc:spChg>
        <pc:spChg chg="mod">
          <ac:chgData name="bdubsss0005@outlook.com" userId="26b9f0d7f6ebc6d5" providerId="LiveId" clId="{A8A64380-8F31-472F-812A-5BD7FFDD1D3A}" dt="2025-11-30T03:00:09.027" v="293" actId="27636"/>
          <ac:spMkLst>
            <pc:docMk/>
            <pc:sldMk cId="2783255348" sldId="260"/>
            <ac:spMk id="6" creationId="{3485DD55-1707-8D8A-3C14-1C642C92F0EC}"/>
          </ac:spMkLst>
        </pc:spChg>
        <pc:spChg chg="add del">
          <ac:chgData name="bdubsss0005@outlook.com" userId="26b9f0d7f6ebc6d5" providerId="LiveId" clId="{A8A64380-8F31-472F-812A-5BD7FFDD1D3A}" dt="2025-11-30T02:50:02.418" v="167" actId="26606"/>
          <ac:spMkLst>
            <pc:docMk/>
            <pc:sldMk cId="2783255348" sldId="260"/>
            <ac:spMk id="11" creationId="{2B97F24A-32CE-4C1C-A50D-3016B394DCFB}"/>
          </ac:spMkLst>
        </pc:spChg>
        <pc:spChg chg="add del">
          <ac:chgData name="bdubsss0005@outlook.com" userId="26b9f0d7f6ebc6d5" providerId="LiveId" clId="{A8A64380-8F31-472F-812A-5BD7FFDD1D3A}" dt="2025-11-30T02:50:02.418" v="167" actId="26606"/>
          <ac:spMkLst>
            <pc:docMk/>
            <pc:sldMk cId="2783255348" sldId="260"/>
            <ac:spMk id="13" creationId="{CD8B4F24-440B-49E9-B85D-733523DC064B}"/>
          </ac:spMkLst>
        </pc:spChg>
        <pc:spChg chg="add del">
          <ac:chgData name="bdubsss0005@outlook.com" userId="26b9f0d7f6ebc6d5" providerId="LiveId" clId="{A8A64380-8F31-472F-812A-5BD7FFDD1D3A}" dt="2025-11-30T02:50:04.284" v="169" actId="26606"/>
          <ac:spMkLst>
            <pc:docMk/>
            <pc:sldMk cId="2783255348" sldId="260"/>
            <ac:spMk id="15" creationId="{3F0BE7ED-7814-4273-B18A-F26CC0380380}"/>
          </ac:spMkLst>
        </pc:spChg>
        <pc:spChg chg="add del">
          <ac:chgData name="bdubsss0005@outlook.com" userId="26b9f0d7f6ebc6d5" providerId="LiveId" clId="{A8A64380-8F31-472F-812A-5BD7FFDD1D3A}" dt="2025-11-30T02:50:04.284" v="169" actId="26606"/>
          <ac:spMkLst>
            <pc:docMk/>
            <pc:sldMk cId="2783255348" sldId="260"/>
            <ac:spMk id="16" creationId="{3AFE8227-C443-417B-BA91-520EB1EF4559}"/>
          </ac:spMkLst>
        </pc:spChg>
        <pc:spChg chg="add del">
          <ac:chgData name="bdubsss0005@outlook.com" userId="26b9f0d7f6ebc6d5" providerId="LiveId" clId="{A8A64380-8F31-472F-812A-5BD7FFDD1D3A}" dt="2025-11-30T02:50:04.284" v="169" actId="26606"/>
          <ac:spMkLst>
            <pc:docMk/>
            <pc:sldMk cId="2783255348" sldId="260"/>
            <ac:spMk id="17" creationId="{907741FC-B544-4A6E-B831-6789D042333D}"/>
          </ac:spMkLst>
        </pc:spChg>
        <pc:spChg chg="add del">
          <ac:chgData name="bdubsss0005@outlook.com" userId="26b9f0d7f6ebc6d5" providerId="LiveId" clId="{A8A64380-8F31-472F-812A-5BD7FFDD1D3A}" dt="2025-11-30T02:50:11.025" v="171" actId="26606"/>
          <ac:spMkLst>
            <pc:docMk/>
            <pc:sldMk cId="2783255348" sldId="260"/>
            <ac:spMk id="19" creationId="{0B9EE3F3-89B7-43C3-8651-C4C96830993D}"/>
          </ac:spMkLst>
        </pc:spChg>
        <pc:spChg chg="add del">
          <ac:chgData name="bdubsss0005@outlook.com" userId="26b9f0d7f6ebc6d5" providerId="LiveId" clId="{A8A64380-8F31-472F-812A-5BD7FFDD1D3A}" dt="2025-11-30T02:50:11.025" v="171" actId="26606"/>
          <ac:spMkLst>
            <pc:docMk/>
            <pc:sldMk cId="2783255348" sldId="260"/>
            <ac:spMk id="20" creationId="{33AE4636-AEEC-45D6-84D4-7AC2DA48ECF8}"/>
          </ac:spMkLst>
        </pc:spChg>
        <pc:spChg chg="add del">
          <ac:chgData name="bdubsss0005@outlook.com" userId="26b9f0d7f6ebc6d5" providerId="LiveId" clId="{A8A64380-8F31-472F-812A-5BD7FFDD1D3A}" dt="2025-11-30T02:50:11.025" v="171" actId="26606"/>
          <ac:spMkLst>
            <pc:docMk/>
            <pc:sldMk cId="2783255348" sldId="260"/>
            <ac:spMk id="21" creationId="{8D9CE0F4-2EB2-4F1F-8AAC-DB3571D9FE10}"/>
          </ac:spMkLst>
        </pc:spChg>
        <pc:spChg chg="add del">
          <ac:chgData name="bdubsss0005@outlook.com" userId="26b9f0d7f6ebc6d5" providerId="LiveId" clId="{A8A64380-8F31-472F-812A-5BD7FFDD1D3A}" dt="2025-11-30T02:50:14.929" v="173" actId="26606"/>
          <ac:spMkLst>
            <pc:docMk/>
            <pc:sldMk cId="2783255348" sldId="260"/>
            <ac:spMk id="23" creationId="{12609869-9E80-471B-A487-A53288E0E791}"/>
          </ac:spMkLst>
        </pc:spChg>
        <pc:spChg chg="add del">
          <ac:chgData name="bdubsss0005@outlook.com" userId="26b9f0d7f6ebc6d5" providerId="LiveId" clId="{A8A64380-8F31-472F-812A-5BD7FFDD1D3A}" dt="2025-11-30T02:50:14.929" v="173" actId="26606"/>
          <ac:spMkLst>
            <pc:docMk/>
            <pc:sldMk cId="2783255348" sldId="260"/>
            <ac:spMk id="24" creationId="{7004738A-9D34-43E8-97D2-CA0EED4F8BE0}"/>
          </ac:spMkLst>
        </pc:spChg>
        <pc:spChg chg="add del">
          <ac:chgData name="bdubsss0005@outlook.com" userId="26b9f0d7f6ebc6d5" providerId="LiveId" clId="{A8A64380-8F31-472F-812A-5BD7FFDD1D3A}" dt="2025-11-30T02:50:14.929" v="173" actId="26606"/>
          <ac:spMkLst>
            <pc:docMk/>
            <pc:sldMk cId="2783255348" sldId="260"/>
            <ac:spMk id="25" creationId="{B8B8D07F-F13E-443E-BA68-2D26672D76B9}"/>
          </ac:spMkLst>
        </pc:spChg>
        <pc:spChg chg="add del">
          <ac:chgData name="bdubsss0005@outlook.com" userId="26b9f0d7f6ebc6d5" providerId="LiveId" clId="{A8A64380-8F31-472F-812A-5BD7FFDD1D3A}" dt="2025-11-30T02:50:14.929" v="173" actId="26606"/>
          <ac:spMkLst>
            <pc:docMk/>
            <pc:sldMk cId="2783255348" sldId="260"/>
            <ac:spMk id="26" creationId="{2813A4FA-24A5-41ED-A534-3807D1B2F344}"/>
          </ac:spMkLst>
        </pc:spChg>
        <pc:spChg chg="add del">
          <ac:chgData name="bdubsss0005@outlook.com" userId="26b9f0d7f6ebc6d5" providerId="LiveId" clId="{A8A64380-8F31-472F-812A-5BD7FFDD1D3A}" dt="2025-11-30T02:50:14.929" v="173" actId="26606"/>
          <ac:spMkLst>
            <pc:docMk/>
            <pc:sldMk cId="2783255348" sldId="260"/>
            <ac:spMk id="27" creationId="{C3944F27-CA70-4E84-A51A-E6BF89558979}"/>
          </ac:spMkLst>
        </pc:spChg>
        <pc:spChg chg="add del">
          <ac:chgData name="bdubsss0005@outlook.com" userId="26b9f0d7f6ebc6d5" providerId="LiveId" clId="{A8A64380-8F31-472F-812A-5BD7FFDD1D3A}" dt="2025-11-30T02:50:17.110" v="175" actId="26606"/>
          <ac:spMkLst>
            <pc:docMk/>
            <pc:sldMk cId="2783255348" sldId="260"/>
            <ac:spMk id="29" creationId="{0288C6B4-AFC3-407F-A595-EFFD38D4CCAF}"/>
          </ac:spMkLst>
        </pc:spChg>
        <pc:spChg chg="add del">
          <ac:chgData name="bdubsss0005@outlook.com" userId="26b9f0d7f6ebc6d5" providerId="LiveId" clId="{A8A64380-8F31-472F-812A-5BD7FFDD1D3A}" dt="2025-11-30T02:50:17.110" v="175" actId="26606"/>
          <ac:spMkLst>
            <pc:docMk/>
            <pc:sldMk cId="2783255348" sldId="260"/>
            <ac:spMk id="30" creationId="{CF236821-17FE-429B-8D2C-08E13A64EA40}"/>
          </ac:spMkLst>
        </pc:spChg>
        <pc:spChg chg="add del">
          <ac:chgData name="bdubsss0005@outlook.com" userId="26b9f0d7f6ebc6d5" providerId="LiveId" clId="{A8A64380-8F31-472F-812A-5BD7FFDD1D3A}" dt="2025-11-30T02:50:17.110" v="175" actId="26606"/>
          <ac:spMkLst>
            <pc:docMk/>
            <pc:sldMk cId="2783255348" sldId="260"/>
            <ac:spMk id="31" creationId="{C0BDBCD2-E081-43AB-9119-C55465E59757}"/>
          </ac:spMkLst>
        </pc:spChg>
        <pc:spChg chg="add del">
          <ac:chgData name="bdubsss0005@outlook.com" userId="26b9f0d7f6ebc6d5" providerId="LiveId" clId="{A8A64380-8F31-472F-812A-5BD7FFDD1D3A}" dt="2025-11-30T02:50:17.110" v="175" actId="26606"/>
          <ac:spMkLst>
            <pc:docMk/>
            <pc:sldMk cId="2783255348" sldId="260"/>
            <ac:spMk id="32" creationId="{98E79BE4-34FE-485A-98A5-92CE8F7C4743}"/>
          </ac:spMkLst>
        </pc:spChg>
        <pc:spChg chg="add del">
          <ac:chgData name="bdubsss0005@outlook.com" userId="26b9f0d7f6ebc6d5" providerId="LiveId" clId="{A8A64380-8F31-472F-812A-5BD7FFDD1D3A}" dt="2025-11-30T02:50:17.110" v="175" actId="26606"/>
          <ac:spMkLst>
            <pc:docMk/>
            <pc:sldMk cId="2783255348" sldId="260"/>
            <ac:spMk id="33" creationId="{7A5F0580-5EE9-419F-96EE-B6529EF6E7D0}"/>
          </ac:spMkLst>
        </pc:spChg>
        <pc:spChg chg="add del">
          <ac:chgData name="bdubsss0005@outlook.com" userId="26b9f0d7f6ebc6d5" providerId="LiveId" clId="{A8A64380-8F31-472F-812A-5BD7FFDD1D3A}" dt="2025-11-30T02:50:18.730" v="177" actId="26606"/>
          <ac:spMkLst>
            <pc:docMk/>
            <pc:sldMk cId="2783255348" sldId="260"/>
            <ac:spMk id="35" creationId="{3346177D-ADC4-4968-B747-5CFCD390B5B9}"/>
          </ac:spMkLst>
        </pc:spChg>
        <pc:spChg chg="add del">
          <ac:chgData name="bdubsss0005@outlook.com" userId="26b9f0d7f6ebc6d5" providerId="LiveId" clId="{A8A64380-8F31-472F-812A-5BD7FFDD1D3A}" dt="2025-11-30T02:50:18.730" v="177" actId="26606"/>
          <ac:spMkLst>
            <pc:docMk/>
            <pc:sldMk cId="2783255348" sldId="260"/>
            <ac:spMk id="36" creationId="{0844A943-BF79-4FEA-ABB1-3BD54D236606}"/>
          </ac:spMkLst>
        </pc:spChg>
        <pc:spChg chg="add del">
          <ac:chgData name="bdubsss0005@outlook.com" userId="26b9f0d7f6ebc6d5" providerId="LiveId" clId="{A8A64380-8F31-472F-812A-5BD7FFDD1D3A}" dt="2025-11-30T02:50:18.730" v="177" actId="26606"/>
          <ac:spMkLst>
            <pc:docMk/>
            <pc:sldMk cId="2783255348" sldId="260"/>
            <ac:spMk id="37" creationId="{6437CC72-F4A8-4DC3-AFAB-D22C482C8100}"/>
          </ac:spMkLst>
        </pc:spChg>
        <pc:spChg chg="add del">
          <ac:chgData name="bdubsss0005@outlook.com" userId="26b9f0d7f6ebc6d5" providerId="LiveId" clId="{A8A64380-8F31-472F-812A-5BD7FFDD1D3A}" dt="2025-11-30T02:50:21.561" v="179" actId="26606"/>
          <ac:spMkLst>
            <pc:docMk/>
            <pc:sldMk cId="2783255348" sldId="260"/>
            <ac:spMk id="39" creationId="{0288C6B4-AFC3-407F-A595-EFFD38D4CCAF}"/>
          </ac:spMkLst>
        </pc:spChg>
        <pc:spChg chg="add del">
          <ac:chgData name="bdubsss0005@outlook.com" userId="26b9f0d7f6ebc6d5" providerId="LiveId" clId="{A8A64380-8F31-472F-812A-5BD7FFDD1D3A}" dt="2025-11-30T02:50:21.561" v="179" actId="26606"/>
          <ac:spMkLst>
            <pc:docMk/>
            <pc:sldMk cId="2783255348" sldId="260"/>
            <ac:spMk id="40" creationId="{CF236821-17FE-429B-8D2C-08E13A64EA40}"/>
          </ac:spMkLst>
        </pc:spChg>
        <pc:spChg chg="add del">
          <ac:chgData name="bdubsss0005@outlook.com" userId="26b9f0d7f6ebc6d5" providerId="LiveId" clId="{A8A64380-8F31-472F-812A-5BD7FFDD1D3A}" dt="2025-11-30T02:50:21.561" v="179" actId="26606"/>
          <ac:spMkLst>
            <pc:docMk/>
            <pc:sldMk cId="2783255348" sldId="260"/>
            <ac:spMk id="41" creationId="{C0BDBCD2-E081-43AB-9119-C55465E59757}"/>
          </ac:spMkLst>
        </pc:spChg>
        <pc:spChg chg="add del">
          <ac:chgData name="bdubsss0005@outlook.com" userId="26b9f0d7f6ebc6d5" providerId="LiveId" clId="{A8A64380-8F31-472F-812A-5BD7FFDD1D3A}" dt="2025-11-30T02:50:21.561" v="179" actId="26606"/>
          <ac:spMkLst>
            <pc:docMk/>
            <pc:sldMk cId="2783255348" sldId="260"/>
            <ac:spMk id="42" creationId="{98E79BE4-34FE-485A-98A5-92CE8F7C4743}"/>
          </ac:spMkLst>
        </pc:spChg>
        <pc:spChg chg="add del">
          <ac:chgData name="bdubsss0005@outlook.com" userId="26b9f0d7f6ebc6d5" providerId="LiveId" clId="{A8A64380-8F31-472F-812A-5BD7FFDD1D3A}" dt="2025-11-30T02:50:21.561" v="179" actId="26606"/>
          <ac:spMkLst>
            <pc:docMk/>
            <pc:sldMk cId="2783255348" sldId="260"/>
            <ac:spMk id="43" creationId="{7A5F0580-5EE9-419F-96EE-B6529EF6E7D0}"/>
          </ac:spMkLst>
        </pc:spChg>
        <pc:spChg chg="add del">
          <ac:chgData name="bdubsss0005@outlook.com" userId="26b9f0d7f6ebc6d5" providerId="LiveId" clId="{A8A64380-8F31-472F-812A-5BD7FFDD1D3A}" dt="2025-11-30T02:50:24.420" v="181" actId="26606"/>
          <ac:spMkLst>
            <pc:docMk/>
            <pc:sldMk cId="2783255348" sldId="260"/>
            <ac:spMk id="45" creationId="{12609869-9E80-471B-A487-A53288E0E791}"/>
          </ac:spMkLst>
        </pc:spChg>
        <pc:spChg chg="add del">
          <ac:chgData name="bdubsss0005@outlook.com" userId="26b9f0d7f6ebc6d5" providerId="LiveId" clId="{A8A64380-8F31-472F-812A-5BD7FFDD1D3A}" dt="2025-11-30T02:50:24.420" v="181" actId="26606"/>
          <ac:spMkLst>
            <pc:docMk/>
            <pc:sldMk cId="2783255348" sldId="260"/>
            <ac:spMk id="46" creationId="{7004738A-9D34-43E8-97D2-CA0EED4F8BE0}"/>
          </ac:spMkLst>
        </pc:spChg>
        <pc:spChg chg="add del">
          <ac:chgData name="bdubsss0005@outlook.com" userId="26b9f0d7f6ebc6d5" providerId="LiveId" clId="{A8A64380-8F31-472F-812A-5BD7FFDD1D3A}" dt="2025-11-30T02:50:24.420" v="181" actId="26606"/>
          <ac:spMkLst>
            <pc:docMk/>
            <pc:sldMk cId="2783255348" sldId="260"/>
            <ac:spMk id="47" creationId="{B8B8D07F-F13E-443E-BA68-2D26672D76B9}"/>
          </ac:spMkLst>
        </pc:spChg>
        <pc:spChg chg="add del">
          <ac:chgData name="bdubsss0005@outlook.com" userId="26b9f0d7f6ebc6d5" providerId="LiveId" clId="{A8A64380-8F31-472F-812A-5BD7FFDD1D3A}" dt="2025-11-30T02:50:24.420" v="181" actId="26606"/>
          <ac:spMkLst>
            <pc:docMk/>
            <pc:sldMk cId="2783255348" sldId="260"/>
            <ac:spMk id="48" creationId="{2813A4FA-24A5-41ED-A534-3807D1B2F344}"/>
          </ac:spMkLst>
        </pc:spChg>
        <pc:spChg chg="add del">
          <ac:chgData name="bdubsss0005@outlook.com" userId="26b9f0d7f6ebc6d5" providerId="LiveId" clId="{A8A64380-8F31-472F-812A-5BD7FFDD1D3A}" dt="2025-11-30T02:50:24.420" v="181" actId="26606"/>
          <ac:spMkLst>
            <pc:docMk/>
            <pc:sldMk cId="2783255348" sldId="260"/>
            <ac:spMk id="49" creationId="{C3944F27-CA70-4E84-A51A-E6BF89558979}"/>
          </ac:spMkLst>
        </pc:spChg>
        <pc:spChg chg="add">
          <ac:chgData name="bdubsss0005@outlook.com" userId="26b9f0d7f6ebc6d5" providerId="LiveId" clId="{A8A64380-8F31-472F-812A-5BD7FFDD1D3A}" dt="2025-11-30T02:50:24.432" v="182" actId="26606"/>
          <ac:spMkLst>
            <pc:docMk/>
            <pc:sldMk cId="2783255348" sldId="260"/>
            <ac:spMk id="51" creationId="{0B9EE3F3-89B7-43C3-8651-C4C96830993D}"/>
          </ac:spMkLst>
        </pc:spChg>
        <pc:spChg chg="add">
          <ac:chgData name="bdubsss0005@outlook.com" userId="26b9f0d7f6ebc6d5" providerId="LiveId" clId="{A8A64380-8F31-472F-812A-5BD7FFDD1D3A}" dt="2025-11-30T02:50:24.432" v="182" actId="26606"/>
          <ac:spMkLst>
            <pc:docMk/>
            <pc:sldMk cId="2783255348" sldId="260"/>
            <ac:spMk id="52" creationId="{33AE4636-AEEC-45D6-84D4-7AC2DA48ECF8}"/>
          </ac:spMkLst>
        </pc:spChg>
        <pc:spChg chg="add">
          <ac:chgData name="bdubsss0005@outlook.com" userId="26b9f0d7f6ebc6d5" providerId="LiveId" clId="{A8A64380-8F31-472F-812A-5BD7FFDD1D3A}" dt="2025-11-30T02:50:24.432" v="182" actId="26606"/>
          <ac:spMkLst>
            <pc:docMk/>
            <pc:sldMk cId="2783255348" sldId="260"/>
            <ac:spMk id="53" creationId="{8D9CE0F4-2EB2-4F1F-8AAC-DB3571D9FE10}"/>
          </ac:spMkLst>
        </pc:spChg>
        <pc:picChg chg="mod ord">
          <ac:chgData name="bdubsss0005@outlook.com" userId="26b9f0d7f6ebc6d5" providerId="LiveId" clId="{A8A64380-8F31-472F-812A-5BD7FFDD1D3A}" dt="2025-11-30T02:50:24.432" v="182" actId="26606"/>
          <ac:picMkLst>
            <pc:docMk/>
            <pc:sldMk cId="2783255348" sldId="260"/>
            <ac:picMk id="5" creationId="{E555494E-DDF2-7896-3CF9-F4BE0DDD397F}"/>
          </ac:picMkLst>
        </pc:picChg>
      </pc:sldChg>
      <pc:sldChg chg="addSp modSp mod setBg">
        <pc:chgData name="bdubsss0005@outlook.com" userId="26b9f0d7f6ebc6d5" providerId="LiveId" clId="{A8A64380-8F31-472F-812A-5BD7FFDD1D3A}" dt="2025-11-30T03:00:23.456" v="294" actId="2710"/>
        <pc:sldMkLst>
          <pc:docMk/>
          <pc:sldMk cId="2461251399" sldId="261"/>
        </pc:sldMkLst>
        <pc:spChg chg="mod">
          <ac:chgData name="bdubsss0005@outlook.com" userId="26b9f0d7f6ebc6d5" providerId="LiveId" clId="{A8A64380-8F31-472F-812A-5BD7FFDD1D3A}" dt="2025-11-30T02:50:31.906" v="183" actId="26606"/>
          <ac:spMkLst>
            <pc:docMk/>
            <pc:sldMk cId="2461251399" sldId="261"/>
            <ac:spMk id="2" creationId="{6901A663-12FC-AA3C-1E2E-80F6F0BFA47B}"/>
          </ac:spMkLst>
        </pc:spChg>
        <pc:spChg chg="mod">
          <ac:chgData name="bdubsss0005@outlook.com" userId="26b9f0d7f6ebc6d5" providerId="LiveId" clId="{A8A64380-8F31-472F-812A-5BD7FFDD1D3A}" dt="2025-11-30T03:00:23.456" v="294" actId="2710"/>
          <ac:spMkLst>
            <pc:docMk/>
            <pc:sldMk cId="2461251399" sldId="261"/>
            <ac:spMk id="6" creationId="{C805F5DF-E047-85C6-A527-E756BAA142C4}"/>
          </ac:spMkLst>
        </pc:spChg>
        <pc:spChg chg="add">
          <ac:chgData name="bdubsss0005@outlook.com" userId="26b9f0d7f6ebc6d5" providerId="LiveId" clId="{A8A64380-8F31-472F-812A-5BD7FFDD1D3A}" dt="2025-11-30T02:50:31.906" v="183" actId="26606"/>
          <ac:spMkLst>
            <pc:docMk/>
            <pc:sldMk cId="2461251399" sldId="261"/>
            <ac:spMk id="11" creationId="{2B97F24A-32CE-4C1C-A50D-3016B394DCFB}"/>
          </ac:spMkLst>
        </pc:spChg>
        <pc:spChg chg="add">
          <ac:chgData name="bdubsss0005@outlook.com" userId="26b9f0d7f6ebc6d5" providerId="LiveId" clId="{A8A64380-8F31-472F-812A-5BD7FFDD1D3A}" dt="2025-11-30T02:50:31.906" v="183" actId="26606"/>
          <ac:spMkLst>
            <pc:docMk/>
            <pc:sldMk cId="2461251399" sldId="261"/>
            <ac:spMk id="13" creationId="{CD8B4F24-440B-49E9-B85D-733523DC064B}"/>
          </ac:spMkLst>
        </pc:spChg>
        <pc:picChg chg="mod ord">
          <ac:chgData name="bdubsss0005@outlook.com" userId="26b9f0d7f6ebc6d5" providerId="LiveId" clId="{A8A64380-8F31-472F-812A-5BD7FFDD1D3A}" dt="2025-11-30T02:50:31.906" v="183" actId="26606"/>
          <ac:picMkLst>
            <pc:docMk/>
            <pc:sldMk cId="2461251399" sldId="261"/>
            <ac:picMk id="5" creationId="{57B6F347-0EB2-F3E5-716A-AC059C306478}"/>
          </ac:picMkLst>
        </pc:picChg>
      </pc:sldChg>
      <pc:sldChg chg="addSp delSp modSp mod setBg">
        <pc:chgData name="bdubsss0005@outlook.com" userId="26b9f0d7f6ebc6d5" providerId="LiveId" clId="{A8A64380-8F31-472F-812A-5BD7FFDD1D3A}" dt="2025-11-30T02:52:03.050" v="199" actId="5793"/>
        <pc:sldMkLst>
          <pc:docMk/>
          <pc:sldMk cId="3084795165" sldId="262"/>
        </pc:sldMkLst>
        <pc:spChg chg="mod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2" creationId="{E3B3CE51-4A63-F97B-2D17-D839B5DABB88}"/>
          </ac:spMkLst>
        </pc:spChg>
        <pc:spChg chg="mod ord">
          <ac:chgData name="bdubsss0005@outlook.com" userId="26b9f0d7f6ebc6d5" providerId="LiveId" clId="{A8A64380-8F31-472F-812A-5BD7FFDD1D3A}" dt="2025-11-30T02:52:03.050" v="199" actId="5793"/>
          <ac:spMkLst>
            <pc:docMk/>
            <pc:sldMk cId="3084795165" sldId="262"/>
            <ac:spMk id="6" creationId="{04EB4DD5-2E00-2950-CA42-4D47D3F10615}"/>
          </ac:spMkLst>
        </pc:spChg>
        <pc:spChg chg="add del">
          <ac:chgData name="bdubsss0005@outlook.com" userId="26b9f0d7f6ebc6d5" providerId="LiveId" clId="{A8A64380-8F31-472F-812A-5BD7FFDD1D3A}" dt="2025-11-30T02:50:56.144" v="187" actId="26606"/>
          <ac:spMkLst>
            <pc:docMk/>
            <pc:sldMk cId="3084795165" sldId="262"/>
            <ac:spMk id="11" creationId="{2EB492CD-616E-47F8-933B-5E2D952A0593}"/>
          </ac:spMkLst>
        </pc:spChg>
        <pc:spChg chg="add del">
          <ac:chgData name="bdubsss0005@outlook.com" userId="26b9f0d7f6ebc6d5" providerId="LiveId" clId="{A8A64380-8F31-472F-812A-5BD7FFDD1D3A}" dt="2025-11-30T02:50:56.144" v="187" actId="26606"/>
          <ac:spMkLst>
            <pc:docMk/>
            <pc:sldMk cId="3084795165" sldId="262"/>
            <ac:spMk id="13" creationId="{59383CF9-23B5-4335-9B21-1791C4CF1C75}"/>
          </ac:spMkLst>
        </pc:spChg>
        <pc:spChg chg="add del">
          <ac:chgData name="bdubsss0005@outlook.com" userId="26b9f0d7f6ebc6d5" providerId="LiveId" clId="{A8A64380-8F31-472F-812A-5BD7FFDD1D3A}" dt="2025-11-30T02:50:56.144" v="187" actId="26606"/>
          <ac:spMkLst>
            <pc:docMk/>
            <pc:sldMk cId="3084795165" sldId="262"/>
            <ac:spMk id="15" creationId="{0007FE00-9498-4706-B255-6437B0252C02}"/>
          </ac:spMkLst>
        </pc:spChg>
        <pc:spChg chg="add del">
          <ac:chgData name="bdubsss0005@outlook.com" userId="26b9f0d7f6ebc6d5" providerId="LiveId" clId="{A8A64380-8F31-472F-812A-5BD7FFDD1D3A}" dt="2025-11-30T02:51:47.477" v="194" actId="26606"/>
          <ac:spMkLst>
            <pc:docMk/>
            <pc:sldMk cId="3084795165" sldId="262"/>
            <ac:spMk id="17" creationId="{E6995CE5-F890-4ABA-82A2-26507CE8D2A3}"/>
          </ac:spMkLst>
        </pc:spChg>
        <pc:spChg chg="add del">
          <ac:chgData name="bdubsss0005@outlook.com" userId="26b9f0d7f6ebc6d5" providerId="LiveId" clId="{A8A64380-8F31-472F-812A-5BD7FFDD1D3A}" dt="2025-11-30T02:51:47.477" v="194" actId="26606"/>
          <ac:spMkLst>
            <pc:docMk/>
            <pc:sldMk cId="3084795165" sldId="262"/>
            <ac:spMk id="18" creationId="{058A14AF-9FB5-4CC7-BA35-E8E85D3EDF0E}"/>
          </ac:spMkLst>
        </pc:spChg>
        <pc:spChg chg="add">
          <ac:chgData name="bdubsss0005@outlook.com" userId="26b9f0d7f6ebc6d5" providerId="LiveId" clId="{A8A64380-8F31-472F-812A-5BD7FFDD1D3A}" dt="2025-11-30T02:50:56.155" v="188" actId="26606"/>
          <ac:spMkLst>
            <pc:docMk/>
            <pc:sldMk cId="3084795165" sldId="262"/>
            <ac:spMk id="19" creationId="{3A9A4357-BD1D-4622-A4FE-766E6AB8DE84}"/>
          </ac:spMkLst>
        </pc:spChg>
        <pc:spChg chg="add del">
          <ac:chgData name="bdubsss0005@outlook.com" userId="26b9f0d7f6ebc6d5" providerId="LiveId" clId="{A8A64380-8F31-472F-812A-5BD7FFDD1D3A}" dt="2025-11-30T02:51:47.477" v="194" actId="26606"/>
          <ac:spMkLst>
            <pc:docMk/>
            <pc:sldMk cId="3084795165" sldId="262"/>
            <ac:spMk id="20" creationId="{E659831F-0D9A-4C63-9EBB-8435B85A440F}"/>
          </ac:spMkLst>
        </pc:spChg>
        <pc:spChg chg="add del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25" creationId="{C4285719-470E-454C-AF62-8323075F1F5B}"/>
          </ac:spMkLst>
        </pc:spChg>
        <pc:spChg chg="add del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27" creationId="{CD9FE4EF-C4D8-49A0-B2FF-81D8DB7D8A24}"/>
          </ac:spMkLst>
        </pc:spChg>
        <pc:spChg chg="del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29" creationId="{4300840D-0A0B-4512-BACA-B439D5B9C57C}"/>
          </ac:spMkLst>
        </pc:spChg>
        <pc:spChg chg="add del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31" creationId="{D2B78728-A580-49A7-84F9-6EF6F583ADE0}"/>
          </ac:spMkLst>
        </pc:spChg>
        <pc:spChg chg="add del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33" creationId="{38FAA1A1-D861-433F-88FA-1E9D6FD31D11}"/>
          </ac:spMkLst>
        </pc:spChg>
        <pc:spChg chg="add">
          <ac:chgData name="bdubsss0005@outlook.com" userId="26b9f0d7f6ebc6d5" providerId="LiveId" clId="{A8A64380-8F31-472F-812A-5BD7FFDD1D3A}" dt="2025-11-30T02:51:47.477" v="194" actId="26606"/>
          <ac:spMkLst>
            <pc:docMk/>
            <pc:sldMk cId="3084795165" sldId="262"/>
            <ac:spMk id="35" creationId="{8D71EDA1-87BF-4D5D-AB79-F346FD19278A}"/>
          </ac:spMkLst>
        </pc:spChg>
        <pc:spChg chg="add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40" creationId="{2596F992-698C-48C0-9D89-70DA4CE927EF}"/>
          </ac:spMkLst>
        </pc:spChg>
        <pc:spChg chg="add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42" creationId="{E7BFF8DC-0AE7-4AD2-9B28-2E5F26D62C30}"/>
          </ac:spMkLst>
        </pc:spChg>
        <pc:spChg chg="add">
          <ac:chgData name="bdubsss0005@outlook.com" userId="26b9f0d7f6ebc6d5" providerId="LiveId" clId="{A8A64380-8F31-472F-812A-5BD7FFDD1D3A}" dt="2025-11-30T02:51:57.564" v="197" actId="26606"/>
          <ac:spMkLst>
            <pc:docMk/>
            <pc:sldMk cId="3084795165" sldId="262"/>
            <ac:spMk id="44" creationId="{7E0162AD-C6E5-4BF8-A453-76ADB36877D3}"/>
          </ac:spMkLst>
        </pc:spChg>
        <pc:picChg chg="mod ord">
          <ac:chgData name="bdubsss0005@outlook.com" userId="26b9f0d7f6ebc6d5" providerId="LiveId" clId="{A8A64380-8F31-472F-812A-5BD7FFDD1D3A}" dt="2025-11-30T02:50:56.155" v="188" actId="26606"/>
          <ac:picMkLst>
            <pc:docMk/>
            <pc:sldMk cId="3084795165" sldId="262"/>
            <ac:picMk id="5" creationId="{207DC399-2141-2BD9-8E5F-DDEB79359702}"/>
          </ac:picMkLst>
        </pc:picChg>
      </pc:sldChg>
      <pc:sldChg chg="addSp delSp modSp mod setBg">
        <pc:chgData name="bdubsss0005@outlook.com" userId="26b9f0d7f6ebc6d5" providerId="LiveId" clId="{A8A64380-8F31-472F-812A-5BD7FFDD1D3A}" dt="2025-11-30T03:00:42.777" v="297" actId="2710"/>
        <pc:sldMkLst>
          <pc:docMk/>
          <pc:sldMk cId="4063247519" sldId="263"/>
        </pc:sldMkLst>
        <pc:spChg chg="mod ord">
          <ac:chgData name="bdubsss0005@outlook.com" userId="26b9f0d7f6ebc6d5" providerId="LiveId" clId="{A8A64380-8F31-472F-812A-5BD7FFDD1D3A}" dt="2025-11-30T02:51:38.122" v="193" actId="26606"/>
          <ac:spMkLst>
            <pc:docMk/>
            <pc:sldMk cId="4063247519" sldId="263"/>
            <ac:spMk id="2" creationId="{9EA1F4F8-297F-1AB6-3EEB-637012D7C5CE}"/>
          </ac:spMkLst>
        </pc:spChg>
        <pc:spChg chg="mod">
          <ac:chgData name="bdubsss0005@outlook.com" userId="26b9f0d7f6ebc6d5" providerId="LiveId" clId="{A8A64380-8F31-472F-812A-5BD7FFDD1D3A}" dt="2025-11-30T03:00:42.777" v="297" actId="2710"/>
          <ac:spMkLst>
            <pc:docMk/>
            <pc:sldMk cId="4063247519" sldId="263"/>
            <ac:spMk id="6" creationId="{A492B8FC-B995-C0EE-871C-B6E5418E3F5F}"/>
          </ac:spMkLst>
        </pc:spChg>
        <pc:spChg chg="add del">
          <ac:chgData name="bdubsss0005@outlook.com" userId="26b9f0d7f6ebc6d5" providerId="LiveId" clId="{A8A64380-8F31-472F-812A-5BD7FFDD1D3A}" dt="2025-11-30T02:51:38.109" v="192" actId="26606"/>
          <ac:spMkLst>
            <pc:docMk/>
            <pc:sldMk cId="4063247519" sldId="263"/>
            <ac:spMk id="11" creationId="{C3420C89-0B09-4632-A4AF-3971D08BF7A8}"/>
          </ac:spMkLst>
        </pc:spChg>
        <pc:spChg chg="add del">
          <ac:chgData name="bdubsss0005@outlook.com" userId="26b9f0d7f6ebc6d5" providerId="LiveId" clId="{A8A64380-8F31-472F-812A-5BD7FFDD1D3A}" dt="2025-11-30T02:51:38.109" v="192" actId="26606"/>
          <ac:spMkLst>
            <pc:docMk/>
            <pc:sldMk cId="4063247519" sldId="263"/>
            <ac:spMk id="13" creationId="{4E5CBA61-BF74-40B4-A3A8-366BBA626CCF}"/>
          </ac:spMkLst>
        </pc:spChg>
        <pc:spChg chg="add">
          <ac:chgData name="bdubsss0005@outlook.com" userId="26b9f0d7f6ebc6d5" providerId="LiveId" clId="{A8A64380-8F31-472F-812A-5BD7FFDD1D3A}" dt="2025-11-30T02:51:38.122" v="193" actId="26606"/>
          <ac:spMkLst>
            <pc:docMk/>
            <pc:sldMk cId="4063247519" sldId="263"/>
            <ac:spMk id="28" creationId="{5AA03EDC-7067-4DFF-B672-541D016AAAB8}"/>
          </ac:spMkLst>
        </pc:spChg>
        <pc:spChg chg="add">
          <ac:chgData name="bdubsss0005@outlook.com" userId="26b9f0d7f6ebc6d5" providerId="LiveId" clId="{A8A64380-8F31-472F-812A-5BD7FFDD1D3A}" dt="2025-11-30T02:51:38.122" v="193" actId="26606"/>
          <ac:spMkLst>
            <pc:docMk/>
            <pc:sldMk cId="4063247519" sldId="263"/>
            <ac:spMk id="29" creationId="{0EBF3E39-B0BE-496A-8604-9007470FFA3A}"/>
          </ac:spMkLst>
        </pc:spChg>
        <pc:grpChg chg="add del">
          <ac:chgData name="bdubsss0005@outlook.com" userId="26b9f0d7f6ebc6d5" providerId="LiveId" clId="{A8A64380-8F31-472F-812A-5BD7FFDD1D3A}" dt="2025-11-30T02:51:38.109" v="192" actId="26606"/>
          <ac:grpSpMkLst>
            <pc:docMk/>
            <pc:sldMk cId="4063247519" sldId="263"/>
            <ac:grpSpMk id="15" creationId="{AC27E70C-5470-4262-B9CE-AE52C51CF4C1}"/>
          </ac:grpSpMkLst>
        </pc:grpChg>
        <pc:grpChg chg="add del">
          <ac:chgData name="bdubsss0005@outlook.com" userId="26b9f0d7f6ebc6d5" providerId="LiveId" clId="{A8A64380-8F31-472F-812A-5BD7FFDD1D3A}" dt="2025-11-30T02:51:38.109" v="192" actId="26606"/>
          <ac:grpSpMkLst>
            <pc:docMk/>
            <pc:sldMk cId="4063247519" sldId="263"/>
            <ac:grpSpMk id="19" creationId="{E27AF472-EAE3-4572-AB69-B92BD10DBC6D}"/>
          </ac:grpSpMkLst>
        </pc:grpChg>
        <pc:picChg chg="mod ord">
          <ac:chgData name="bdubsss0005@outlook.com" userId="26b9f0d7f6ebc6d5" providerId="LiveId" clId="{A8A64380-8F31-472F-812A-5BD7FFDD1D3A}" dt="2025-11-30T02:51:38.122" v="193" actId="26606"/>
          <ac:picMkLst>
            <pc:docMk/>
            <pc:sldMk cId="4063247519" sldId="263"/>
            <ac:picMk id="5" creationId="{3D709F7F-EA5A-E0B7-A43D-7F5920F85B99}"/>
          </ac:picMkLst>
        </pc:picChg>
      </pc:sldChg>
      <pc:sldChg chg="addSp delSp modSp mod setBg delDesignElem chgLayout">
        <pc:chgData name="bdubsss0005@outlook.com" userId="26b9f0d7f6ebc6d5" providerId="LiveId" clId="{A8A64380-8F31-472F-812A-5BD7FFDD1D3A}" dt="2025-11-30T02:56:52.087" v="247" actId="26606"/>
        <pc:sldMkLst>
          <pc:docMk/>
          <pc:sldMk cId="201473744" sldId="264"/>
        </pc:sldMkLst>
        <pc:spChg chg="mod ord">
          <ac:chgData name="bdubsss0005@outlook.com" userId="26b9f0d7f6ebc6d5" providerId="LiveId" clId="{A8A64380-8F31-472F-812A-5BD7FFDD1D3A}" dt="2025-11-30T02:56:52.087" v="247" actId="26606"/>
          <ac:spMkLst>
            <pc:docMk/>
            <pc:sldMk cId="201473744" sldId="264"/>
            <ac:spMk id="2" creationId="{F010D467-D907-647B-CBCA-69E97CDA9AF1}"/>
          </ac:spMkLst>
        </pc:spChg>
        <pc:spChg chg="del">
          <ac:chgData name="bdubsss0005@outlook.com" userId="26b9f0d7f6ebc6d5" providerId="LiveId" clId="{A8A64380-8F31-472F-812A-5BD7FFDD1D3A}" dt="2025-11-30T02:52:39.434" v="201" actId="26606"/>
          <ac:spMkLst>
            <pc:docMk/>
            <pc:sldMk cId="201473744" sldId="264"/>
            <ac:spMk id="3" creationId="{06BF32C8-76EF-DEDD-BE0E-2F1794395843}"/>
          </ac:spMkLst>
        </pc:spChg>
        <pc:spChg chg="add del mod">
          <ac:chgData name="bdubsss0005@outlook.com" userId="26b9f0d7f6ebc6d5" providerId="LiveId" clId="{A8A64380-8F31-472F-812A-5BD7FFDD1D3A}" dt="2025-11-30T02:55:28.571" v="232" actId="6264"/>
          <ac:spMkLst>
            <pc:docMk/>
            <pc:sldMk cId="201473744" sldId="264"/>
            <ac:spMk id="4" creationId="{FE52DB66-5CE2-1A95-5DAF-2112CE56BBE3}"/>
          </ac:spMkLst>
        </pc:spChg>
        <pc:spChg chg="add del mod">
          <ac:chgData name="bdubsss0005@outlook.com" userId="26b9f0d7f6ebc6d5" providerId="LiveId" clId="{A8A64380-8F31-472F-812A-5BD7FFDD1D3A}" dt="2025-11-30T02:55:28.571" v="232" actId="6264"/>
          <ac:spMkLst>
            <pc:docMk/>
            <pc:sldMk cId="201473744" sldId="264"/>
            <ac:spMk id="6" creationId="{40136CD6-6030-9669-69B8-AA44125D4404}"/>
          </ac:spMkLst>
        </pc:spChg>
        <pc:spChg chg="add mod">
          <ac:chgData name="bdubsss0005@outlook.com" userId="26b9f0d7f6ebc6d5" providerId="LiveId" clId="{A8A64380-8F31-472F-812A-5BD7FFDD1D3A}" dt="2025-11-30T02:56:08.696" v="239"/>
          <ac:spMkLst>
            <pc:docMk/>
            <pc:sldMk cId="201473744" sldId="264"/>
            <ac:spMk id="7" creationId="{29DBC73A-3E43-D6BE-F5EE-678AA002455C}"/>
          </ac:spMkLst>
        </pc:spChg>
        <pc:spChg chg="add del">
          <ac:chgData name="bdubsss0005@outlook.com" userId="26b9f0d7f6ebc6d5" providerId="LiveId" clId="{A8A64380-8F31-472F-812A-5BD7FFDD1D3A}" dt="2025-11-30T02:55:28.571" v="232" actId="6264"/>
          <ac:spMkLst>
            <pc:docMk/>
            <pc:sldMk cId="201473744" sldId="264"/>
            <ac:spMk id="9" creationId="{56E9B3E6-E277-4D68-BA48-9CB43FFBD6E2}"/>
          </ac:spMkLst>
        </pc:spChg>
        <pc:spChg chg="add del mod">
          <ac:chgData name="bdubsss0005@outlook.com" userId="26b9f0d7f6ebc6d5" providerId="LiveId" clId="{A8A64380-8F31-472F-812A-5BD7FFDD1D3A}" dt="2025-11-30T02:56:52.087" v="247" actId="26606"/>
          <ac:spMkLst>
            <pc:docMk/>
            <pc:sldMk cId="201473744" sldId="264"/>
            <ac:spMk id="10" creationId="{A9D460B0-E377-1574-D584-4CD8F7AF9F97}"/>
          </ac:spMkLst>
        </pc:spChg>
        <pc:spChg chg="add del">
          <ac:chgData name="bdubsss0005@outlook.com" userId="26b9f0d7f6ebc6d5" providerId="LiveId" clId="{A8A64380-8F31-472F-812A-5BD7FFDD1D3A}" dt="2025-11-30T02:56:36.880" v="244" actId="26606"/>
          <ac:spMkLst>
            <pc:docMk/>
            <pc:sldMk cId="201473744" sldId="264"/>
            <ac:spMk id="15" creationId="{BACC6370-2D7E-4714-9D71-7542949D7D5D}"/>
          </ac:spMkLst>
        </pc:spChg>
        <pc:spChg chg="add del">
          <ac:chgData name="bdubsss0005@outlook.com" userId="26b9f0d7f6ebc6d5" providerId="LiveId" clId="{A8A64380-8F31-472F-812A-5BD7FFDD1D3A}" dt="2025-11-30T02:55:28.571" v="232" actId="6264"/>
          <ac:spMkLst>
            <pc:docMk/>
            <pc:sldMk cId="201473744" sldId="264"/>
            <ac:spMk id="16" creationId="{D5B0017B-2ECA-49AF-B397-DC140825DF8D}"/>
          </ac:spMkLst>
        </pc:spChg>
        <pc:spChg chg="add del">
          <ac:chgData name="bdubsss0005@outlook.com" userId="26b9f0d7f6ebc6d5" providerId="LiveId" clId="{A8A64380-8F31-472F-812A-5BD7FFDD1D3A}" dt="2025-11-30T02:56:36.880" v="244" actId="26606"/>
          <ac:spMkLst>
            <pc:docMk/>
            <pc:sldMk cId="201473744" sldId="264"/>
            <ac:spMk id="17" creationId="{F68B3F68-107C-434F-AA38-110D5EA91B85}"/>
          </ac:spMkLst>
        </pc:spChg>
        <pc:spChg chg="add del">
          <ac:chgData name="bdubsss0005@outlook.com" userId="26b9f0d7f6ebc6d5" providerId="LiveId" clId="{A8A64380-8F31-472F-812A-5BD7FFDD1D3A}" dt="2025-11-30T02:56:36.880" v="244" actId="26606"/>
          <ac:spMkLst>
            <pc:docMk/>
            <pc:sldMk cId="201473744" sldId="264"/>
            <ac:spMk id="20" creationId="{AAD0DBB9-1A4B-4391-81D4-CB19F9AB918A}"/>
          </ac:spMkLst>
        </pc:spChg>
        <pc:spChg chg="add del">
          <ac:chgData name="bdubsss0005@outlook.com" userId="26b9f0d7f6ebc6d5" providerId="LiveId" clId="{A8A64380-8F31-472F-812A-5BD7FFDD1D3A}" dt="2025-11-30T02:56:36.880" v="244" actId="26606"/>
          <ac:spMkLst>
            <pc:docMk/>
            <pc:sldMk cId="201473744" sldId="264"/>
            <ac:spMk id="22" creationId="{063BBA22-50EA-4C4D-BE05-F1CE4E63AA56}"/>
          </ac:spMkLst>
        </pc:spChg>
        <pc:spChg chg="add">
          <ac:chgData name="bdubsss0005@outlook.com" userId="26b9f0d7f6ebc6d5" providerId="LiveId" clId="{A8A64380-8F31-472F-812A-5BD7FFDD1D3A}" dt="2025-11-30T02:56:52.087" v="247" actId="26606"/>
          <ac:spMkLst>
            <pc:docMk/>
            <pc:sldMk cId="201473744" sldId="264"/>
            <ac:spMk id="23" creationId="{D5B0017B-2ECA-49AF-B397-DC140825DF8D}"/>
          </ac:spMkLst>
        </pc:spChg>
        <pc:spChg chg="add del">
          <ac:chgData name="bdubsss0005@outlook.com" userId="26b9f0d7f6ebc6d5" providerId="LiveId" clId="{A8A64380-8F31-472F-812A-5BD7FFDD1D3A}" dt="2025-11-30T02:56:52.057" v="246" actId="26606"/>
          <ac:spMkLst>
            <pc:docMk/>
            <pc:sldMk cId="201473744" sldId="264"/>
            <ac:spMk id="24" creationId="{C0763A76-9F1C-4FC5-82B7-DD475DA461B2}"/>
          </ac:spMkLst>
        </pc:spChg>
        <pc:spChg chg="add del">
          <ac:chgData name="bdubsss0005@outlook.com" userId="26b9f0d7f6ebc6d5" providerId="LiveId" clId="{A8A64380-8F31-472F-812A-5BD7FFDD1D3A}" dt="2025-11-30T02:56:52.057" v="246" actId="26606"/>
          <ac:spMkLst>
            <pc:docMk/>
            <pc:sldMk cId="201473744" sldId="264"/>
            <ac:spMk id="25" creationId="{E81BF4F6-F2CF-4984-9D14-D6966D92F99F}"/>
          </ac:spMkLst>
        </pc:spChg>
        <pc:spChg chg="add del">
          <ac:chgData name="bdubsss0005@outlook.com" userId="26b9f0d7f6ebc6d5" providerId="LiveId" clId="{A8A64380-8F31-472F-812A-5BD7FFDD1D3A}" dt="2025-11-30T02:56:52.057" v="246" actId="26606"/>
          <ac:spMkLst>
            <pc:docMk/>
            <pc:sldMk cId="201473744" sldId="264"/>
            <ac:spMk id="26" creationId="{A9D460B0-E377-1574-D584-4CD8F7AF9F97}"/>
          </ac:spMkLst>
        </pc:spChg>
        <pc:spChg chg="add">
          <ac:chgData name="bdubsss0005@outlook.com" userId="26b9f0d7f6ebc6d5" providerId="LiveId" clId="{A8A64380-8F31-472F-812A-5BD7FFDD1D3A}" dt="2025-11-30T02:56:52.087" v="247" actId="26606"/>
          <ac:spMkLst>
            <pc:docMk/>
            <pc:sldMk cId="201473744" sldId="264"/>
            <ac:spMk id="29" creationId="{56E9B3E6-E277-4D68-BA48-9CB43FFBD6E2}"/>
          </ac:spMkLst>
        </pc:spChg>
        <pc:grpChg chg="add del">
          <ac:chgData name="bdubsss0005@outlook.com" userId="26b9f0d7f6ebc6d5" providerId="LiveId" clId="{A8A64380-8F31-472F-812A-5BD7FFDD1D3A}" dt="2025-11-30T02:55:28.571" v="232" actId="6264"/>
          <ac:grpSpMkLst>
            <pc:docMk/>
            <pc:sldMk cId="201473744" sldId="264"/>
            <ac:grpSpMk id="11" creationId="{AE1C45F0-260A-458C-96ED-C1F6D2151219}"/>
          </ac:grpSpMkLst>
        </pc:grpChg>
        <pc:grpChg chg="add">
          <ac:chgData name="bdubsss0005@outlook.com" userId="26b9f0d7f6ebc6d5" providerId="LiveId" clId="{A8A64380-8F31-472F-812A-5BD7FFDD1D3A}" dt="2025-11-30T02:56:52.087" v="247" actId="26606"/>
          <ac:grpSpMkLst>
            <pc:docMk/>
            <pc:sldMk cId="201473744" sldId="264"/>
            <ac:grpSpMk id="30" creationId="{AE1C45F0-260A-458C-96ED-C1F6D2151219}"/>
          </ac:grpSpMkLst>
        </pc:grpChg>
        <pc:graphicFrameChg chg="add del mod ord modGraphic">
          <ac:chgData name="bdubsss0005@outlook.com" userId="26b9f0d7f6ebc6d5" providerId="LiveId" clId="{A8A64380-8F31-472F-812A-5BD7FFDD1D3A}" dt="2025-11-30T02:56:11.615" v="240" actId="478"/>
          <ac:graphicFrameMkLst>
            <pc:docMk/>
            <pc:sldMk cId="201473744" sldId="264"/>
            <ac:graphicFrameMk id="5" creationId="{769EDDFB-51CC-64D9-2762-9F04C5568CB7}"/>
          </ac:graphicFrameMkLst>
        </pc:graphicFrameChg>
        <pc:graphicFrameChg chg="add del">
          <ac:chgData name="bdubsss0005@outlook.com" userId="26b9f0d7f6ebc6d5" providerId="LiveId" clId="{A8A64380-8F31-472F-812A-5BD7FFDD1D3A}" dt="2025-11-30T02:56:36.880" v="244" actId="26606"/>
          <ac:graphicFrameMkLst>
            <pc:docMk/>
            <pc:sldMk cId="201473744" sldId="264"/>
            <ac:graphicFrameMk id="19" creationId="{C3342337-B48D-F769-BE78-CEA7832D5540}"/>
          </ac:graphicFrameMkLst>
        </pc:graphicFrameChg>
        <pc:graphicFrameChg chg="add">
          <ac:chgData name="bdubsss0005@outlook.com" userId="26b9f0d7f6ebc6d5" providerId="LiveId" clId="{A8A64380-8F31-472F-812A-5BD7FFDD1D3A}" dt="2025-11-30T02:56:52.087" v="247" actId="26606"/>
          <ac:graphicFrameMkLst>
            <pc:docMk/>
            <pc:sldMk cId="201473744" sldId="264"/>
            <ac:graphicFrameMk id="34" creationId="{7C3C69FB-5615-11ED-A1AD-796248B2D816}"/>
          </ac:graphicFrameMkLst>
        </pc:graphicFrameChg>
        <pc:picChg chg="add del">
          <ac:chgData name="bdubsss0005@outlook.com" userId="26b9f0d7f6ebc6d5" providerId="LiveId" clId="{A8A64380-8F31-472F-812A-5BD7FFDD1D3A}" dt="2025-11-30T02:56:52.057" v="246" actId="26606"/>
          <ac:picMkLst>
            <pc:docMk/>
            <pc:sldMk cId="201473744" sldId="264"/>
            <ac:picMk id="27" creationId="{0B21448D-0989-7BC6-D8AE-F11EF8DD8E7A}"/>
          </ac:picMkLst>
        </pc:picChg>
        <pc:cxnChg chg="add del">
          <ac:chgData name="bdubsss0005@outlook.com" userId="26b9f0d7f6ebc6d5" providerId="LiveId" clId="{A8A64380-8F31-472F-812A-5BD7FFDD1D3A}" dt="2025-11-30T02:55:28.571" v="232" actId="6264"/>
          <ac:cxnSpMkLst>
            <pc:docMk/>
            <pc:sldMk cId="201473744" sldId="264"/>
            <ac:cxnSpMk id="18" creationId="{6CF1BAF6-AD41-4082-B212-8A1F9A2E8779}"/>
          </ac:cxnSpMkLst>
        </pc:cxnChg>
        <pc:cxnChg chg="add">
          <ac:chgData name="bdubsss0005@outlook.com" userId="26b9f0d7f6ebc6d5" providerId="LiveId" clId="{A8A64380-8F31-472F-812A-5BD7FFDD1D3A}" dt="2025-11-30T02:56:52.087" v="247" actId="26606"/>
          <ac:cxnSpMkLst>
            <pc:docMk/>
            <pc:sldMk cId="201473744" sldId="264"/>
            <ac:cxnSpMk id="33" creationId="{6CF1BAF6-AD41-4082-B212-8A1F9A2E8779}"/>
          </ac:cxnSpMkLst>
        </pc:cxnChg>
      </pc:sldChg>
      <pc:sldChg chg="addSp delSp modSp mod setBg">
        <pc:chgData name="bdubsss0005@outlook.com" userId="26b9f0d7f6ebc6d5" providerId="LiveId" clId="{A8A64380-8F31-472F-812A-5BD7FFDD1D3A}" dt="2025-11-30T02:52:16.491" v="200" actId="26606"/>
        <pc:sldMkLst>
          <pc:docMk/>
          <pc:sldMk cId="520023233" sldId="265"/>
        </pc:sldMkLst>
        <pc:spChg chg="mod">
          <ac:chgData name="bdubsss0005@outlook.com" userId="26b9f0d7f6ebc6d5" providerId="LiveId" clId="{A8A64380-8F31-472F-812A-5BD7FFDD1D3A}" dt="2025-11-30T02:52:16.491" v="200" actId="26606"/>
          <ac:spMkLst>
            <pc:docMk/>
            <pc:sldMk cId="520023233" sldId="265"/>
            <ac:spMk id="2" creationId="{8C9FF9B0-48C2-9002-2D78-209F97B68973}"/>
          </ac:spMkLst>
        </pc:spChg>
        <pc:spChg chg="del mod">
          <ac:chgData name="bdubsss0005@outlook.com" userId="26b9f0d7f6ebc6d5" providerId="LiveId" clId="{A8A64380-8F31-472F-812A-5BD7FFDD1D3A}" dt="2025-11-30T02:52:16.491" v="200" actId="26606"/>
          <ac:spMkLst>
            <pc:docMk/>
            <pc:sldMk cId="520023233" sldId="265"/>
            <ac:spMk id="3" creationId="{05DD4BF6-E908-202F-46C2-37B95C3BBDA0}"/>
          </ac:spMkLst>
        </pc:spChg>
        <pc:spChg chg="add">
          <ac:chgData name="bdubsss0005@outlook.com" userId="26b9f0d7f6ebc6d5" providerId="LiveId" clId="{A8A64380-8F31-472F-812A-5BD7FFDD1D3A}" dt="2025-11-30T02:52:16.491" v="200" actId="26606"/>
          <ac:spMkLst>
            <pc:docMk/>
            <pc:sldMk cId="520023233" sldId="265"/>
            <ac:spMk id="9" creationId="{BACC6370-2D7E-4714-9D71-7542949D7D5D}"/>
          </ac:spMkLst>
        </pc:spChg>
        <pc:spChg chg="add">
          <ac:chgData name="bdubsss0005@outlook.com" userId="26b9f0d7f6ebc6d5" providerId="LiveId" clId="{A8A64380-8F31-472F-812A-5BD7FFDD1D3A}" dt="2025-11-30T02:52:16.491" v="200" actId="26606"/>
          <ac:spMkLst>
            <pc:docMk/>
            <pc:sldMk cId="520023233" sldId="265"/>
            <ac:spMk id="11" creationId="{256B2C21-A230-48C0-8DF1-C46611373C44}"/>
          </ac:spMkLst>
        </pc:spChg>
        <pc:spChg chg="add">
          <ac:chgData name="bdubsss0005@outlook.com" userId="26b9f0d7f6ebc6d5" providerId="LiveId" clId="{A8A64380-8F31-472F-812A-5BD7FFDD1D3A}" dt="2025-11-30T02:52:16.491" v="200" actId="26606"/>
          <ac:spMkLst>
            <pc:docMk/>
            <pc:sldMk cId="520023233" sldId="265"/>
            <ac:spMk id="13" creationId="{3847E18C-932D-4C95-AABA-FEC7C9499AD7}"/>
          </ac:spMkLst>
        </pc:spChg>
        <pc:spChg chg="add">
          <ac:chgData name="bdubsss0005@outlook.com" userId="26b9f0d7f6ebc6d5" providerId="LiveId" clId="{A8A64380-8F31-472F-812A-5BD7FFDD1D3A}" dt="2025-11-30T02:52:16.491" v="200" actId="26606"/>
          <ac:spMkLst>
            <pc:docMk/>
            <pc:sldMk cId="520023233" sldId="265"/>
            <ac:spMk id="15" creationId="{3150CB11-0C61-439E-910F-5787759E72A0}"/>
          </ac:spMkLst>
        </pc:spChg>
        <pc:spChg chg="add">
          <ac:chgData name="bdubsss0005@outlook.com" userId="26b9f0d7f6ebc6d5" providerId="LiveId" clId="{A8A64380-8F31-472F-812A-5BD7FFDD1D3A}" dt="2025-11-30T02:52:16.491" v="200" actId="26606"/>
          <ac:spMkLst>
            <pc:docMk/>
            <pc:sldMk cId="520023233" sldId="265"/>
            <ac:spMk id="17" creationId="{43F8A58B-5155-44CE-A5FF-7647B47D0A7A}"/>
          </ac:spMkLst>
        </pc:spChg>
        <pc:spChg chg="add">
          <ac:chgData name="bdubsss0005@outlook.com" userId="26b9f0d7f6ebc6d5" providerId="LiveId" clId="{A8A64380-8F31-472F-812A-5BD7FFDD1D3A}" dt="2025-11-30T02:52:16.491" v="200" actId="26606"/>
          <ac:spMkLst>
            <pc:docMk/>
            <pc:sldMk cId="520023233" sldId="265"/>
            <ac:spMk id="19" creationId="{443F2ACA-E6D6-4028-82DD-F03C262D5DE6}"/>
          </ac:spMkLst>
        </pc:spChg>
        <pc:graphicFrameChg chg="add">
          <ac:chgData name="bdubsss0005@outlook.com" userId="26b9f0d7f6ebc6d5" providerId="LiveId" clId="{A8A64380-8F31-472F-812A-5BD7FFDD1D3A}" dt="2025-11-30T02:52:16.491" v="200" actId="26606"/>
          <ac:graphicFrameMkLst>
            <pc:docMk/>
            <pc:sldMk cId="520023233" sldId="265"/>
            <ac:graphicFrameMk id="5" creationId="{FDF76600-6F2B-444F-E6B1-2DD2944E42E0}"/>
          </ac:graphicFrameMkLst>
        </pc:graphicFrameChg>
      </pc:sldChg>
      <pc:sldChg chg="addSp delSp modSp new mod setBg">
        <pc:chgData name="bdubsss0005@outlook.com" userId="26b9f0d7f6ebc6d5" providerId="LiveId" clId="{A8A64380-8F31-472F-812A-5BD7FFDD1D3A}" dt="2025-11-30T02:58:58.398" v="287" actId="20577"/>
        <pc:sldMkLst>
          <pc:docMk/>
          <pc:sldMk cId="1739514658" sldId="266"/>
        </pc:sldMkLst>
        <pc:spChg chg="mod">
          <ac:chgData name="bdubsss0005@outlook.com" userId="26b9f0d7f6ebc6d5" providerId="LiveId" clId="{A8A64380-8F31-472F-812A-5BD7FFDD1D3A}" dt="2025-11-30T02:57:02.727" v="250" actId="26606"/>
          <ac:spMkLst>
            <pc:docMk/>
            <pc:sldMk cId="1739514658" sldId="266"/>
            <ac:spMk id="2" creationId="{5BE06E64-3EE8-1178-C2A7-75B535447181}"/>
          </ac:spMkLst>
        </pc:spChg>
        <pc:spChg chg="add del mod">
          <ac:chgData name="bdubsss0005@outlook.com" userId="26b9f0d7f6ebc6d5" providerId="LiveId" clId="{A8A64380-8F31-472F-812A-5BD7FFDD1D3A}" dt="2025-11-30T02:57:02.727" v="250" actId="26606"/>
          <ac:spMkLst>
            <pc:docMk/>
            <pc:sldMk cId="1739514658" sldId="266"/>
            <ac:spMk id="3" creationId="{3908AD34-9AB7-88CA-DA35-0953B7C211BD}"/>
          </ac:spMkLst>
        </pc:spChg>
        <pc:spChg chg="add">
          <ac:chgData name="bdubsss0005@outlook.com" userId="26b9f0d7f6ebc6d5" providerId="LiveId" clId="{A8A64380-8F31-472F-812A-5BD7FFDD1D3A}" dt="2025-11-30T02:57:02.727" v="250" actId="26606"/>
          <ac:spMkLst>
            <pc:docMk/>
            <pc:sldMk cId="1739514658" sldId="266"/>
            <ac:spMk id="8" creationId="{B6CDA21F-E7AF-4C75-8395-33F58D5B0E45}"/>
          </ac:spMkLst>
        </pc:spChg>
        <pc:spChg chg="add del">
          <ac:chgData name="bdubsss0005@outlook.com" userId="26b9f0d7f6ebc6d5" providerId="LiveId" clId="{A8A64380-8F31-472F-812A-5BD7FFDD1D3A}" dt="2025-11-30T02:57:02.719" v="249" actId="26606"/>
          <ac:spMkLst>
            <pc:docMk/>
            <pc:sldMk cId="1739514658" sldId="266"/>
            <ac:spMk id="9" creationId="{56E9B3E6-E277-4D68-BA48-9CB43FFBD6E2}"/>
          </ac:spMkLst>
        </pc:spChg>
        <pc:spChg chg="add">
          <ac:chgData name="bdubsss0005@outlook.com" userId="26b9f0d7f6ebc6d5" providerId="LiveId" clId="{A8A64380-8F31-472F-812A-5BD7FFDD1D3A}" dt="2025-11-30T02:57:02.727" v="250" actId="26606"/>
          <ac:spMkLst>
            <pc:docMk/>
            <pc:sldMk cId="1739514658" sldId="266"/>
            <ac:spMk id="15" creationId="{D5B0017B-2ECA-49AF-B397-DC140825DF8D}"/>
          </ac:spMkLst>
        </pc:spChg>
        <pc:spChg chg="add del">
          <ac:chgData name="bdubsss0005@outlook.com" userId="26b9f0d7f6ebc6d5" providerId="LiveId" clId="{A8A64380-8F31-472F-812A-5BD7FFDD1D3A}" dt="2025-11-30T02:57:02.719" v="249" actId="26606"/>
          <ac:spMkLst>
            <pc:docMk/>
            <pc:sldMk cId="1739514658" sldId="266"/>
            <ac:spMk id="16" creationId="{D5B0017B-2ECA-49AF-B397-DC140825DF8D}"/>
          </ac:spMkLst>
        </pc:spChg>
        <pc:spChg chg="add mod">
          <ac:chgData name="bdubsss0005@outlook.com" userId="26b9f0d7f6ebc6d5" providerId="LiveId" clId="{A8A64380-8F31-472F-812A-5BD7FFDD1D3A}" dt="2025-11-30T02:58:58.398" v="287" actId="20577"/>
          <ac:spMkLst>
            <pc:docMk/>
            <pc:sldMk cId="1739514658" sldId="266"/>
            <ac:spMk id="23" creationId="{3908AD34-9AB7-88CA-DA35-0953B7C211BD}"/>
          </ac:spMkLst>
        </pc:spChg>
        <pc:grpChg chg="add">
          <ac:chgData name="bdubsss0005@outlook.com" userId="26b9f0d7f6ebc6d5" providerId="LiveId" clId="{A8A64380-8F31-472F-812A-5BD7FFDD1D3A}" dt="2025-11-30T02:57:02.727" v="250" actId="26606"/>
          <ac:grpSpMkLst>
            <pc:docMk/>
            <pc:sldMk cId="1739514658" sldId="266"/>
            <ac:grpSpMk id="10" creationId="{AE1C45F0-260A-458C-96ED-C1F6D2151219}"/>
          </ac:grpSpMkLst>
        </pc:grpChg>
        <pc:grpChg chg="add del">
          <ac:chgData name="bdubsss0005@outlook.com" userId="26b9f0d7f6ebc6d5" providerId="LiveId" clId="{A8A64380-8F31-472F-812A-5BD7FFDD1D3A}" dt="2025-11-30T02:57:02.719" v="249" actId="26606"/>
          <ac:grpSpMkLst>
            <pc:docMk/>
            <pc:sldMk cId="1739514658" sldId="266"/>
            <ac:grpSpMk id="11" creationId="{AE1C45F0-260A-458C-96ED-C1F6D2151219}"/>
          </ac:grpSpMkLst>
        </pc:grpChg>
        <pc:graphicFrameChg chg="add del">
          <ac:chgData name="bdubsss0005@outlook.com" userId="26b9f0d7f6ebc6d5" providerId="LiveId" clId="{A8A64380-8F31-472F-812A-5BD7FFDD1D3A}" dt="2025-11-30T02:57:02.719" v="249" actId="26606"/>
          <ac:graphicFrameMkLst>
            <pc:docMk/>
            <pc:sldMk cId="1739514658" sldId="266"/>
            <ac:graphicFrameMk id="5" creationId="{25958DBE-ED9C-C963-3C27-F159E6D11ED8}"/>
          </ac:graphicFrameMkLst>
        </pc:graphicFrameChg>
        <pc:cxnChg chg="add">
          <ac:chgData name="bdubsss0005@outlook.com" userId="26b9f0d7f6ebc6d5" providerId="LiveId" clId="{A8A64380-8F31-472F-812A-5BD7FFDD1D3A}" dt="2025-11-30T02:57:02.727" v="250" actId="26606"/>
          <ac:cxnSpMkLst>
            <pc:docMk/>
            <pc:sldMk cId="1739514658" sldId="266"/>
            <ac:cxnSpMk id="17" creationId="{6CF1BAF6-AD41-4082-B212-8A1F9A2E8779}"/>
          </ac:cxnSpMkLst>
        </pc:cxnChg>
        <pc:cxnChg chg="add del">
          <ac:chgData name="bdubsss0005@outlook.com" userId="26b9f0d7f6ebc6d5" providerId="LiveId" clId="{A8A64380-8F31-472F-812A-5BD7FFDD1D3A}" dt="2025-11-30T02:57:02.719" v="249" actId="26606"/>
          <ac:cxnSpMkLst>
            <pc:docMk/>
            <pc:sldMk cId="1739514658" sldId="266"/>
            <ac:cxnSpMk id="18" creationId="{6CF1BAF6-AD41-4082-B212-8A1F9A2E8779}"/>
          </ac:cxnSpMkLst>
        </pc:cxn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903D03-481A-41EF-921C-49BA303DF854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0C1EFE0-C28F-429C-9662-18334953F289}">
      <dgm:prSet/>
      <dgm:spPr/>
      <dgm:t>
        <a:bodyPr/>
        <a:lstStyle/>
        <a:p>
          <a:r>
            <a:rPr lang="en-US"/>
            <a:t>Global salary dataset of data science professionals</a:t>
          </a:r>
        </a:p>
      </dgm:t>
    </dgm:pt>
    <dgm:pt modelId="{2A6D7806-54C5-46A0-9709-2BFEB0465B43}" type="parTrans" cxnId="{F0F6A6BF-DCD7-4159-946B-8AC32B2F2C7E}">
      <dgm:prSet/>
      <dgm:spPr/>
      <dgm:t>
        <a:bodyPr/>
        <a:lstStyle/>
        <a:p>
          <a:endParaRPr lang="en-US"/>
        </a:p>
      </dgm:t>
    </dgm:pt>
    <dgm:pt modelId="{6983FAD4-C71A-4F4B-BD26-4EC73A443608}" type="sibTrans" cxnId="{F0F6A6BF-DCD7-4159-946B-8AC32B2F2C7E}">
      <dgm:prSet/>
      <dgm:spPr/>
      <dgm:t>
        <a:bodyPr/>
        <a:lstStyle/>
        <a:p>
          <a:endParaRPr lang="en-US"/>
        </a:p>
      </dgm:t>
    </dgm:pt>
    <dgm:pt modelId="{644966D6-4471-4493-80E9-6FF15C2D367E}">
      <dgm:prSet/>
      <dgm:spPr/>
      <dgm:t>
        <a:bodyPr/>
        <a:lstStyle/>
        <a:p>
          <a:r>
            <a:rPr lang="en-US"/>
            <a:t>Filtered to:</a:t>
          </a:r>
        </a:p>
      </dgm:t>
    </dgm:pt>
    <dgm:pt modelId="{3CC8C817-ABB6-4A59-8BCB-6E31335C06CF}" type="parTrans" cxnId="{45815A4B-DBD8-428D-9F70-5FCF98BFD6BF}">
      <dgm:prSet/>
      <dgm:spPr/>
      <dgm:t>
        <a:bodyPr/>
        <a:lstStyle/>
        <a:p>
          <a:endParaRPr lang="en-US"/>
        </a:p>
      </dgm:t>
    </dgm:pt>
    <dgm:pt modelId="{70F2A532-3DF9-4BF2-85A0-A3185F15FE8F}" type="sibTrans" cxnId="{45815A4B-DBD8-428D-9F70-5FCF98BFD6BF}">
      <dgm:prSet/>
      <dgm:spPr/>
      <dgm:t>
        <a:bodyPr/>
        <a:lstStyle/>
        <a:p>
          <a:endParaRPr lang="en-US"/>
        </a:p>
      </dgm:t>
    </dgm:pt>
    <dgm:pt modelId="{F5B3F42E-C82F-4188-81D8-409860749A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Full-time employees</a:t>
          </a:r>
        </a:p>
      </dgm:t>
    </dgm:pt>
    <dgm:pt modelId="{658CC3A9-3542-4BC8-A2BD-ED0BD2BAB99C}" type="parTrans" cxnId="{5D84CB9A-4B74-4F30-B8C5-8962260DD558}">
      <dgm:prSet/>
      <dgm:spPr/>
      <dgm:t>
        <a:bodyPr/>
        <a:lstStyle/>
        <a:p>
          <a:endParaRPr lang="en-US"/>
        </a:p>
      </dgm:t>
    </dgm:pt>
    <dgm:pt modelId="{10FE12B5-ACB8-482D-9417-BD09CBC1B4A3}" type="sibTrans" cxnId="{5D84CB9A-4B74-4F30-B8C5-8962260DD558}">
      <dgm:prSet/>
      <dgm:spPr/>
      <dgm:t>
        <a:bodyPr/>
        <a:lstStyle/>
        <a:p>
          <a:endParaRPr lang="en-US"/>
        </a:p>
      </dgm:t>
    </dgm:pt>
    <dgm:pt modelId="{ACB17FB6-04F0-40AF-ABEF-1AEE363002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Salaries standardized to U.S. dollars</a:t>
          </a:r>
        </a:p>
      </dgm:t>
    </dgm:pt>
    <dgm:pt modelId="{E5557B71-AF5E-4B0B-B4BD-6B0AE175EE22}" type="parTrans" cxnId="{92851D69-6EAC-4EC2-B281-6F2300B9A3E6}">
      <dgm:prSet/>
      <dgm:spPr/>
      <dgm:t>
        <a:bodyPr/>
        <a:lstStyle/>
        <a:p>
          <a:endParaRPr lang="en-US"/>
        </a:p>
      </dgm:t>
    </dgm:pt>
    <dgm:pt modelId="{9C25A96D-AFDC-4A5A-8160-CE5119AC093B}" type="sibTrans" cxnId="{92851D69-6EAC-4EC2-B281-6F2300B9A3E6}">
      <dgm:prSet/>
      <dgm:spPr/>
      <dgm:t>
        <a:bodyPr/>
        <a:lstStyle/>
        <a:p>
          <a:endParaRPr lang="en-US"/>
        </a:p>
      </dgm:t>
    </dgm:pt>
    <dgm:pt modelId="{F6DB16DE-1A8D-4473-B288-300A69DEF9D4}">
      <dgm:prSet/>
      <dgm:spPr/>
      <dgm:t>
        <a:bodyPr/>
        <a:lstStyle/>
        <a:p>
          <a:r>
            <a:rPr lang="en-US"/>
            <a:t>Key variables:</a:t>
          </a:r>
        </a:p>
      </dgm:t>
    </dgm:pt>
    <dgm:pt modelId="{B9682B39-F065-4135-8169-83294C191DBB}" type="parTrans" cxnId="{3E9F6D23-8F4A-4B52-94C1-D0A6F76C4516}">
      <dgm:prSet/>
      <dgm:spPr/>
      <dgm:t>
        <a:bodyPr/>
        <a:lstStyle/>
        <a:p>
          <a:endParaRPr lang="en-US"/>
        </a:p>
      </dgm:t>
    </dgm:pt>
    <dgm:pt modelId="{98AC39E7-90F0-4578-A304-C6F619EE04C5}" type="sibTrans" cxnId="{3E9F6D23-8F4A-4B52-94C1-D0A6F76C4516}">
      <dgm:prSet/>
      <dgm:spPr/>
      <dgm:t>
        <a:bodyPr/>
        <a:lstStyle/>
        <a:p>
          <a:endParaRPr lang="en-US"/>
        </a:p>
      </dgm:t>
    </dgm:pt>
    <dgm:pt modelId="{70B539F9-978B-446E-8F0E-D4F45BCE7F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Salary</a:t>
          </a:r>
        </a:p>
      </dgm:t>
    </dgm:pt>
    <dgm:pt modelId="{1A7838BC-1214-49F9-8CF3-0A55D6B0BD43}" type="parTrans" cxnId="{8F32D200-21BB-44A1-9231-34AFC16FCA67}">
      <dgm:prSet/>
      <dgm:spPr/>
      <dgm:t>
        <a:bodyPr/>
        <a:lstStyle/>
        <a:p>
          <a:endParaRPr lang="en-US"/>
        </a:p>
      </dgm:t>
    </dgm:pt>
    <dgm:pt modelId="{B8797844-E475-4183-AD1C-AC3777985F09}" type="sibTrans" cxnId="{8F32D200-21BB-44A1-9231-34AFC16FCA67}">
      <dgm:prSet/>
      <dgm:spPr/>
      <dgm:t>
        <a:bodyPr/>
        <a:lstStyle/>
        <a:p>
          <a:endParaRPr lang="en-US"/>
        </a:p>
      </dgm:t>
    </dgm:pt>
    <dgm:pt modelId="{D701BCEE-8D0B-4CC9-A477-A191DEA070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Experience level</a:t>
          </a:r>
        </a:p>
      </dgm:t>
    </dgm:pt>
    <dgm:pt modelId="{7018E1FE-6811-426D-8FF7-B09E8F0926D5}" type="parTrans" cxnId="{1FA44311-5072-4D6E-AE5F-C12DF3DA13A9}">
      <dgm:prSet/>
      <dgm:spPr/>
      <dgm:t>
        <a:bodyPr/>
        <a:lstStyle/>
        <a:p>
          <a:endParaRPr lang="en-US"/>
        </a:p>
      </dgm:t>
    </dgm:pt>
    <dgm:pt modelId="{4DD0C499-DEBC-45E9-937E-11CBC88917A4}" type="sibTrans" cxnId="{1FA44311-5072-4D6E-AE5F-C12DF3DA13A9}">
      <dgm:prSet/>
      <dgm:spPr/>
      <dgm:t>
        <a:bodyPr/>
        <a:lstStyle/>
        <a:p>
          <a:endParaRPr lang="en-US"/>
        </a:p>
      </dgm:t>
    </dgm:pt>
    <dgm:pt modelId="{42B68FF8-5C6E-4697-AF82-A99F6914DF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Employee location</a:t>
          </a:r>
        </a:p>
      </dgm:t>
    </dgm:pt>
    <dgm:pt modelId="{39ABEE5C-7F8A-432C-B488-8CC2B9322841}" type="parTrans" cxnId="{2416D80A-6DC6-4F53-9D0C-A4D930B3214E}">
      <dgm:prSet/>
      <dgm:spPr/>
      <dgm:t>
        <a:bodyPr/>
        <a:lstStyle/>
        <a:p>
          <a:endParaRPr lang="en-US"/>
        </a:p>
      </dgm:t>
    </dgm:pt>
    <dgm:pt modelId="{F1052849-C565-4B0F-8255-B37F312F31EB}" type="sibTrans" cxnId="{2416D80A-6DC6-4F53-9D0C-A4D930B3214E}">
      <dgm:prSet/>
      <dgm:spPr/>
      <dgm:t>
        <a:bodyPr/>
        <a:lstStyle/>
        <a:p>
          <a:endParaRPr lang="en-US"/>
        </a:p>
      </dgm:t>
    </dgm:pt>
    <dgm:pt modelId="{42C39EF0-B4D8-4C54-B103-B1FFB89166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Remote work category</a:t>
          </a:r>
        </a:p>
      </dgm:t>
    </dgm:pt>
    <dgm:pt modelId="{F1FD41BB-01E3-4646-9AEC-9D3684FA43F1}" type="parTrans" cxnId="{5D8AABDF-FE2C-4C2C-BF53-13945C160A57}">
      <dgm:prSet/>
      <dgm:spPr/>
      <dgm:t>
        <a:bodyPr/>
        <a:lstStyle/>
        <a:p>
          <a:endParaRPr lang="en-US"/>
        </a:p>
      </dgm:t>
    </dgm:pt>
    <dgm:pt modelId="{18954342-FC73-4598-A4C5-B7CD7498D542}" type="sibTrans" cxnId="{5D8AABDF-FE2C-4C2C-BF53-13945C160A57}">
      <dgm:prSet/>
      <dgm:spPr/>
      <dgm:t>
        <a:bodyPr/>
        <a:lstStyle/>
        <a:p>
          <a:endParaRPr lang="en-US"/>
        </a:p>
      </dgm:t>
    </dgm:pt>
    <dgm:pt modelId="{150905F6-2C24-4661-9BFD-95481A098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Company size</a:t>
          </a:r>
        </a:p>
      </dgm:t>
    </dgm:pt>
    <dgm:pt modelId="{5C9B3E05-8AB0-4928-B314-D2182BA4EDC6}" type="parTrans" cxnId="{EA4108BC-48BB-4CEA-B564-4CC2F0DD2569}">
      <dgm:prSet/>
      <dgm:spPr/>
      <dgm:t>
        <a:bodyPr/>
        <a:lstStyle/>
        <a:p>
          <a:endParaRPr lang="en-US"/>
        </a:p>
      </dgm:t>
    </dgm:pt>
    <dgm:pt modelId="{69FDB345-1FD4-4F2B-8FAD-0DF3734F805A}" type="sibTrans" cxnId="{EA4108BC-48BB-4CEA-B564-4CC2F0DD2569}">
      <dgm:prSet/>
      <dgm:spPr/>
      <dgm:t>
        <a:bodyPr/>
        <a:lstStyle/>
        <a:p>
          <a:endParaRPr lang="en-US"/>
        </a:p>
      </dgm:t>
    </dgm:pt>
    <dgm:pt modelId="{5B522D5D-90BF-4EF8-B371-99DC45A94458}">
      <dgm:prSet/>
      <dgm:spPr/>
      <dgm:t>
        <a:bodyPr/>
        <a:lstStyle/>
        <a:p>
          <a:r>
            <a:rPr lang="en-US" dirty="0"/>
            <a:t>Final analysis focuses on salaries from small companies similar to ours</a:t>
          </a:r>
        </a:p>
      </dgm:t>
    </dgm:pt>
    <dgm:pt modelId="{DF405A04-99B9-4132-A52B-0A7E4F8CB91F}" type="parTrans" cxnId="{B62AD925-C21D-445C-AACB-7ADF3B249568}">
      <dgm:prSet/>
      <dgm:spPr/>
      <dgm:t>
        <a:bodyPr/>
        <a:lstStyle/>
        <a:p>
          <a:endParaRPr lang="en-US"/>
        </a:p>
      </dgm:t>
    </dgm:pt>
    <dgm:pt modelId="{41D61A2B-357F-47CB-A9EF-4158AE60932B}" type="sibTrans" cxnId="{B62AD925-C21D-445C-AACB-7ADF3B249568}">
      <dgm:prSet/>
      <dgm:spPr/>
      <dgm:t>
        <a:bodyPr/>
        <a:lstStyle/>
        <a:p>
          <a:endParaRPr lang="en-US"/>
        </a:p>
      </dgm:t>
    </dgm:pt>
    <dgm:pt modelId="{8668653A-A1A6-4FB0-B525-A502FA1F7F54}" type="pres">
      <dgm:prSet presAssocID="{0D903D03-481A-41EF-921C-49BA303DF854}" presName="diagram" presStyleCnt="0">
        <dgm:presLayoutVars>
          <dgm:dir/>
          <dgm:resizeHandles val="exact"/>
        </dgm:presLayoutVars>
      </dgm:prSet>
      <dgm:spPr/>
    </dgm:pt>
    <dgm:pt modelId="{E983A1A8-CABF-4034-AFAA-3ABF1D6AC483}" type="pres">
      <dgm:prSet presAssocID="{10C1EFE0-C28F-429C-9662-18334953F289}" presName="node" presStyleLbl="node1" presStyleIdx="0" presStyleCnt="4">
        <dgm:presLayoutVars>
          <dgm:bulletEnabled val="1"/>
        </dgm:presLayoutVars>
      </dgm:prSet>
      <dgm:spPr/>
    </dgm:pt>
    <dgm:pt modelId="{635F301B-C155-47D3-B014-AF2496821AF9}" type="pres">
      <dgm:prSet presAssocID="{6983FAD4-C71A-4F4B-BD26-4EC73A443608}" presName="sibTrans" presStyleCnt="0"/>
      <dgm:spPr/>
    </dgm:pt>
    <dgm:pt modelId="{5DB1289F-38B1-4347-9C43-A867AEF592E1}" type="pres">
      <dgm:prSet presAssocID="{644966D6-4471-4493-80E9-6FF15C2D367E}" presName="node" presStyleLbl="node1" presStyleIdx="1" presStyleCnt="4">
        <dgm:presLayoutVars>
          <dgm:bulletEnabled val="1"/>
        </dgm:presLayoutVars>
      </dgm:prSet>
      <dgm:spPr/>
    </dgm:pt>
    <dgm:pt modelId="{BD4A670F-C4B4-4914-BC41-D98371680113}" type="pres">
      <dgm:prSet presAssocID="{70F2A532-3DF9-4BF2-85A0-A3185F15FE8F}" presName="sibTrans" presStyleCnt="0"/>
      <dgm:spPr/>
    </dgm:pt>
    <dgm:pt modelId="{A895A3E3-B831-428C-A425-445983AD9AD1}" type="pres">
      <dgm:prSet presAssocID="{F6DB16DE-1A8D-4473-B288-300A69DEF9D4}" presName="node" presStyleLbl="node1" presStyleIdx="2" presStyleCnt="4">
        <dgm:presLayoutVars>
          <dgm:bulletEnabled val="1"/>
        </dgm:presLayoutVars>
      </dgm:prSet>
      <dgm:spPr/>
    </dgm:pt>
    <dgm:pt modelId="{EF6E7530-5448-42E4-BDF7-B220C4371AFD}" type="pres">
      <dgm:prSet presAssocID="{98AC39E7-90F0-4578-A304-C6F619EE04C5}" presName="sibTrans" presStyleCnt="0"/>
      <dgm:spPr/>
    </dgm:pt>
    <dgm:pt modelId="{FFC23A8A-E9D7-4B52-B8B5-2859CD966FF8}" type="pres">
      <dgm:prSet presAssocID="{5B522D5D-90BF-4EF8-B371-99DC45A94458}" presName="node" presStyleLbl="node1" presStyleIdx="3" presStyleCnt="4">
        <dgm:presLayoutVars>
          <dgm:bulletEnabled val="1"/>
        </dgm:presLayoutVars>
      </dgm:prSet>
      <dgm:spPr/>
    </dgm:pt>
  </dgm:ptLst>
  <dgm:cxnLst>
    <dgm:cxn modelId="{8F32D200-21BB-44A1-9231-34AFC16FCA67}" srcId="{F6DB16DE-1A8D-4473-B288-300A69DEF9D4}" destId="{70B539F9-978B-446E-8F0E-D4F45BCE7F52}" srcOrd="0" destOrd="0" parTransId="{1A7838BC-1214-49F9-8CF3-0A55D6B0BD43}" sibTransId="{B8797844-E475-4183-AD1C-AC3777985F09}"/>
    <dgm:cxn modelId="{2416D80A-6DC6-4F53-9D0C-A4D930B3214E}" srcId="{F6DB16DE-1A8D-4473-B288-300A69DEF9D4}" destId="{42B68FF8-5C6E-4697-AF82-A99F6914DF26}" srcOrd="2" destOrd="0" parTransId="{39ABEE5C-7F8A-432C-B488-8CC2B9322841}" sibTransId="{F1052849-C565-4B0F-8255-B37F312F31EB}"/>
    <dgm:cxn modelId="{1FA44311-5072-4D6E-AE5F-C12DF3DA13A9}" srcId="{F6DB16DE-1A8D-4473-B288-300A69DEF9D4}" destId="{D701BCEE-8D0B-4CC9-A477-A191DEA07084}" srcOrd="1" destOrd="0" parTransId="{7018E1FE-6811-426D-8FF7-B09E8F0926D5}" sibTransId="{4DD0C499-DEBC-45E9-937E-11CBC88917A4}"/>
    <dgm:cxn modelId="{1C39B31B-832D-46DC-8621-2069A3B81C8C}" type="presOf" srcId="{644966D6-4471-4493-80E9-6FF15C2D367E}" destId="{5DB1289F-38B1-4347-9C43-A867AEF592E1}" srcOrd="0" destOrd="0" presId="urn:microsoft.com/office/officeart/2005/8/layout/default"/>
    <dgm:cxn modelId="{3E9F6D23-8F4A-4B52-94C1-D0A6F76C4516}" srcId="{0D903D03-481A-41EF-921C-49BA303DF854}" destId="{F6DB16DE-1A8D-4473-B288-300A69DEF9D4}" srcOrd="2" destOrd="0" parTransId="{B9682B39-F065-4135-8169-83294C191DBB}" sibTransId="{98AC39E7-90F0-4578-A304-C6F619EE04C5}"/>
    <dgm:cxn modelId="{B62AD925-C21D-445C-AACB-7ADF3B249568}" srcId="{0D903D03-481A-41EF-921C-49BA303DF854}" destId="{5B522D5D-90BF-4EF8-B371-99DC45A94458}" srcOrd="3" destOrd="0" parTransId="{DF405A04-99B9-4132-A52B-0A7E4F8CB91F}" sibTransId="{41D61A2B-357F-47CB-A9EF-4158AE60932B}"/>
    <dgm:cxn modelId="{E51E9860-BB7E-402C-98CA-6E536203746B}" type="presOf" srcId="{F6DB16DE-1A8D-4473-B288-300A69DEF9D4}" destId="{A895A3E3-B831-428C-A425-445983AD9AD1}" srcOrd="0" destOrd="0" presId="urn:microsoft.com/office/officeart/2005/8/layout/default"/>
    <dgm:cxn modelId="{92851D69-6EAC-4EC2-B281-6F2300B9A3E6}" srcId="{644966D6-4471-4493-80E9-6FF15C2D367E}" destId="{ACB17FB6-04F0-40AF-ABEF-1AEE36300272}" srcOrd="1" destOrd="0" parTransId="{E5557B71-AF5E-4B0B-B4BD-6B0AE175EE22}" sibTransId="{9C25A96D-AFDC-4A5A-8160-CE5119AC093B}"/>
    <dgm:cxn modelId="{45815A4B-DBD8-428D-9F70-5FCF98BFD6BF}" srcId="{0D903D03-481A-41EF-921C-49BA303DF854}" destId="{644966D6-4471-4493-80E9-6FF15C2D367E}" srcOrd="1" destOrd="0" parTransId="{3CC8C817-ABB6-4A59-8BCB-6E31335C06CF}" sibTransId="{70F2A532-3DF9-4BF2-85A0-A3185F15FE8F}"/>
    <dgm:cxn modelId="{4BAC9E4B-ECD1-472D-B70A-EB24D2B0D9D4}" type="presOf" srcId="{150905F6-2C24-4661-9BFD-95481A09831A}" destId="{A895A3E3-B831-428C-A425-445983AD9AD1}" srcOrd="0" destOrd="5" presId="urn:microsoft.com/office/officeart/2005/8/layout/default"/>
    <dgm:cxn modelId="{CDD0756E-9225-4299-9A63-B0FF22A05DD9}" type="presOf" srcId="{0D903D03-481A-41EF-921C-49BA303DF854}" destId="{8668653A-A1A6-4FB0-B525-A502FA1F7F54}" srcOrd="0" destOrd="0" presId="urn:microsoft.com/office/officeart/2005/8/layout/default"/>
    <dgm:cxn modelId="{41121D51-63D2-4B80-A1B6-CF407E8FE09A}" type="presOf" srcId="{70B539F9-978B-446E-8F0E-D4F45BCE7F52}" destId="{A895A3E3-B831-428C-A425-445983AD9AD1}" srcOrd="0" destOrd="1" presId="urn:microsoft.com/office/officeart/2005/8/layout/default"/>
    <dgm:cxn modelId="{6FF8A257-658F-4C63-A20F-17ED0998BE5F}" type="presOf" srcId="{42C39EF0-B4D8-4C54-B103-B1FFB8916670}" destId="{A895A3E3-B831-428C-A425-445983AD9AD1}" srcOrd="0" destOrd="4" presId="urn:microsoft.com/office/officeart/2005/8/layout/default"/>
    <dgm:cxn modelId="{0F4C2C86-2266-4D16-820D-8446286492CB}" type="presOf" srcId="{F5B3F42E-C82F-4188-81D8-409860749ADF}" destId="{5DB1289F-38B1-4347-9C43-A867AEF592E1}" srcOrd="0" destOrd="1" presId="urn:microsoft.com/office/officeart/2005/8/layout/default"/>
    <dgm:cxn modelId="{A3F37187-E73F-40AB-8C3F-652C7B7F4B07}" type="presOf" srcId="{42B68FF8-5C6E-4697-AF82-A99F6914DF26}" destId="{A895A3E3-B831-428C-A425-445983AD9AD1}" srcOrd="0" destOrd="3" presId="urn:microsoft.com/office/officeart/2005/8/layout/default"/>
    <dgm:cxn modelId="{5D84CB9A-4B74-4F30-B8C5-8962260DD558}" srcId="{644966D6-4471-4493-80E9-6FF15C2D367E}" destId="{F5B3F42E-C82F-4188-81D8-409860749ADF}" srcOrd="0" destOrd="0" parTransId="{658CC3A9-3542-4BC8-A2BD-ED0BD2BAB99C}" sibTransId="{10FE12B5-ACB8-482D-9417-BD09CBC1B4A3}"/>
    <dgm:cxn modelId="{A9A1D5A3-3A74-4125-AA75-3FBE15EEEA8F}" type="presOf" srcId="{10C1EFE0-C28F-429C-9662-18334953F289}" destId="{E983A1A8-CABF-4034-AFAA-3ABF1D6AC483}" srcOrd="0" destOrd="0" presId="urn:microsoft.com/office/officeart/2005/8/layout/default"/>
    <dgm:cxn modelId="{9AAFD8A3-DF75-481E-B5A3-C0B50F06AD2B}" type="presOf" srcId="{ACB17FB6-04F0-40AF-ABEF-1AEE36300272}" destId="{5DB1289F-38B1-4347-9C43-A867AEF592E1}" srcOrd="0" destOrd="2" presId="urn:microsoft.com/office/officeart/2005/8/layout/default"/>
    <dgm:cxn modelId="{AC5515B7-E1FF-4BFA-BF39-86F4C837F833}" type="presOf" srcId="{D701BCEE-8D0B-4CC9-A477-A191DEA07084}" destId="{A895A3E3-B831-428C-A425-445983AD9AD1}" srcOrd="0" destOrd="2" presId="urn:microsoft.com/office/officeart/2005/8/layout/default"/>
    <dgm:cxn modelId="{EA4108BC-48BB-4CEA-B564-4CC2F0DD2569}" srcId="{F6DB16DE-1A8D-4473-B288-300A69DEF9D4}" destId="{150905F6-2C24-4661-9BFD-95481A09831A}" srcOrd="4" destOrd="0" parTransId="{5C9B3E05-8AB0-4928-B314-D2182BA4EDC6}" sibTransId="{69FDB345-1FD4-4F2B-8FAD-0DF3734F805A}"/>
    <dgm:cxn modelId="{F0F6A6BF-DCD7-4159-946B-8AC32B2F2C7E}" srcId="{0D903D03-481A-41EF-921C-49BA303DF854}" destId="{10C1EFE0-C28F-429C-9662-18334953F289}" srcOrd="0" destOrd="0" parTransId="{2A6D7806-54C5-46A0-9709-2BFEB0465B43}" sibTransId="{6983FAD4-C71A-4F4B-BD26-4EC73A443608}"/>
    <dgm:cxn modelId="{B5A82CCE-D618-4AAA-9D3B-0E4A1EFA9A47}" type="presOf" srcId="{5B522D5D-90BF-4EF8-B371-99DC45A94458}" destId="{FFC23A8A-E9D7-4B52-B8B5-2859CD966FF8}" srcOrd="0" destOrd="0" presId="urn:microsoft.com/office/officeart/2005/8/layout/default"/>
    <dgm:cxn modelId="{5D8AABDF-FE2C-4C2C-BF53-13945C160A57}" srcId="{F6DB16DE-1A8D-4473-B288-300A69DEF9D4}" destId="{42C39EF0-B4D8-4C54-B103-B1FFB8916670}" srcOrd="3" destOrd="0" parTransId="{F1FD41BB-01E3-4646-9AEC-9D3684FA43F1}" sibTransId="{18954342-FC73-4598-A4C5-B7CD7498D542}"/>
    <dgm:cxn modelId="{16B96EFB-6DF4-471E-AC7B-FC76B7A45F2E}" type="presParOf" srcId="{8668653A-A1A6-4FB0-B525-A502FA1F7F54}" destId="{E983A1A8-CABF-4034-AFAA-3ABF1D6AC483}" srcOrd="0" destOrd="0" presId="urn:microsoft.com/office/officeart/2005/8/layout/default"/>
    <dgm:cxn modelId="{1D7A7A19-212C-4042-920B-93DE716E820E}" type="presParOf" srcId="{8668653A-A1A6-4FB0-B525-A502FA1F7F54}" destId="{635F301B-C155-47D3-B014-AF2496821AF9}" srcOrd="1" destOrd="0" presId="urn:microsoft.com/office/officeart/2005/8/layout/default"/>
    <dgm:cxn modelId="{0CFC5B74-C6BD-46AA-A618-F4E084D0A970}" type="presParOf" srcId="{8668653A-A1A6-4FB0-B525-A502FA1F7F54}" destId="{5DB1289F-38B1-4347-9C43-A867AEF592E1}" srcOrd="2" destOrd="0" presId="urn:microsoft.com/office/officeart/2005/8/layout/default"/>
    <dgm:cxn modelId="{D5E6C280-5C68-4B20-A70F-F590C71F4833}" type="presParOf" srcId="{8668653A-A1A6-4FB0-B525-A502FA1F7F54}" destId="{BD4A670F-C4B4-4914-BC41-D98371680113}" srcOrd="3" destOrd="0" presId="urn:microsoft.com/office/officeart/2005/8/layout/default"/>
    <dgm:cxn modelId="{BDB8BD76-B9F6-4955-B8DB-6F0D2C7F7778}" type="presParOf" srcId="{8668653A-A1A6-4FB0-B525-A502FA1F7F54}" destId="{A895A3E3-B831-428C-A425-445983AD9AD1}" srcOrd="4" destOrd="0" presId="urn:microsoft.com/office/officeart/2005/8/layout/default"/>
    <dgm:cxn modelId="{9FA2C69A-F5C0-4C43-8017-40050430A4A9}" type="presParOf" srcId="{8668653A-A1A6-4FB0-B525-A502FA1F7F54}" destId="{EF6E7530-5448-42E4-BDF7-B220C4371AFD}" srcOrd="5" destOrd="0" presId="urn:microsoft.com/office/officeart/2005/8/layout/default"/>
    <dgm:cxn modelId="{69013727-E0DB-41DA-90D4-B84993961303}" type="presParOf" srcId="{8668653A-A1A6-4FB0-B525-A502FA1F7F54}" destId="{FFC23A8A-E9D7-4B52-B8B5-2859CD966FF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2A5854-BC7C-4016-90A9-8770867850A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3D575D-AF04-436D-8B3F-87748C9FFF28}">
      <dgm:prSet/>
      <dgm:spPr/>
      <dgm:t>
        <a:bodyPr/>
        <a:lstStyle/>
        <a:p>
          <a:r>
            <a:rPr lang="en-US"/>
            <a:t>Entry Level: $45,896 – $90,000</a:t>
          </a:r>
        </a:p>
      </dgm:t>
    </dgm:pt>
    <dgm:pt modelId="{C5089843-B872-4742-975D-DD59E78C156E}" type="parTrans" cxnId="{63923000-EA3E-4726-9096-E1B63B487F2E}">
      <dgm:prSet/>
      <dgm:spPr/>
      <dgm:t>
        <a:bodyPr/>
        <a:lstStyle/>
        <a:p>
          <a:endParaRPr lang="en-US"/>
        </a:p>
      </dgm:t>
    </dgm:pt>
    <dgm:pt modelId="{A8C882CD-FCEC-4CBC-A467-4013209733C0}" type="sibTrans" cxnId="{63923000-EA3E-4726-9096-E1B63B487F2E}">
      <dgm:prSet/>
      <dgm:spPr/>
      <dgm:t>
        <a:bodyPr/>
        <a:lstStyle/>
        <a:p>
          <a:endParaRPr lang="en-US"/>
        </a:p>
      </dgm:t>
    </dgm:pt>
    <dgm:pt modelId="{DFD2C6EF-E4F9-4532-9CFC-27CDD58E79AA}">
      <dgm:prSet/>
      <dgm:spPr/>
      <dgm:t>
        <a:bodyPr/>
        <a:lstStyle/>
        <a:p>
          <a:r>
            <a:rPr lang="en-US" b="1"/>
            <a:t>Mid-Level: $20,000 – $74,000</a:t>
          </a:r>
          <a:endParaRPr lang="en-US"/>
        </a:p>
      </dgm:t>
    </dgm:pt>
    <dgm:pt modelId="{55F0EB5F-4D1C-4E5E-824A-8E89BBE8E1DA}" type="parTrans" cxnId="{49EA7E04-0946-400C-B28A-0C21A65A2BBA}">
      <dgm:prSet/>
      <dgm:spPr/>
      <dgm:t>
        <a:bodyPr/>
        <a:lstStyle/>
        <a:p>
          <a:endParaRPr lang="en-US"/>
        </a:p>
      </dgm:t>
    </dgm:pt>
    <dgm:pt modelId="{DCF98D5C-DAD3-4FB2-A4EB-7C445138701F}" type="sibTrans" cxnId="{49EA7E04-0946-400C-B28A-0C21A65A2BBA}">
      <dgm:prSet/>
      <dgm:spPr/>
      <dgm:t>
        <a:bodyPr/>
        <a:lstStyle/>
        <a:p>
          <a:endParaRPr lang="en-US"/>
        </a:p>
      </dgm:t>
    </dgm:pt>
    <dgm:pt modelId="{2DD41E8E-20CF-4F35-A262-F55794BDCE74}">
      <dgm:prSet/>
      <dgm:spPr/>
      <dgm:t>
        <a:bodyPr/>
        <a:lstStyle/>
        <a:p>
          <a:r>
            <a:rPr lang="en-US"/>
            <a:t>Senior Level: $76,833 – $160,000</a:t>
          </a:r>
        </a:p>
      </dgm:t>
    </dgm:pt>
    <dgm:pt modelId="{190848C2-9980-4F17-86C5-89DAF3EB2D05}" type="parTrans" cxnId="{019D41A3-7DD5-4284-A2B3-C4995150716B}">
      <dgm:prSet/>
      <dgm:spPr/>
      <dgm:t>
        <a:bodyPr/>
        <a:lstStyle/>
        <a:p>
          <a:endParaRPr lang="en-US"/>
        </a:p>
      </dgm:t>
    </dgm:pt>
    <dgm:pt modelId="{8CD5C461-9FF7-44E3-B0A2-45E54B4486AC}" type="sibTrans" cxnId="{019D41A3-7DD5-4284-A2B3-C4995150716B}">
      <dgm:prSet/>
      <dgm:spPr/>
      <dgm:t>
        <a:bodyPr/>
        <a:lstStyle/>
        <a:p>
          <a:endParaRPr lang="en-US"/>
        </a:p>
      </dgm:t>
    </dgm:pt>
    <dgm:pt modelId="{708C9E2C-0FD0-4ECF-820D-B554DB34D42D}">
      <dgm:prSet/>
      <dgm:spPr/>
      <dgm:t>
        <a:bodyPr/>
        <a:lstStyle/>
        <a:p>
          <a:r>
            <a:rPr lang="en-US"/>
            <a:t>• Mid-level hiring prevents the steep cost associated with senior roles</a:t>
          </a:r>
        </a:p>
      </dgm:t>
    </dgm:pt>
    <dgm:pt modelId="{3D5DC249-B047-4505-BF04-BFCC331F763E}" type="parTrans" cxnId="{A3193105-CC2B-478C-B18A-C4ABFA8B96E4}">
      <dgm:prSet/>
      <dgm:spPr/>
      <dgm:t>
        <a:bodyPr/>
        <a:lstStyle/>
        <a:p>
          <a:endParaRPr lang="en-US"/>
        </a:p>
      </dgm:t>
    </dgm:pt>
    <dgm:pt modelId="{28FD66FB-AF41-41DF-AFDE-740960494241}" type="sibTrans" cxnId="{A3193105-CC2B-478C-B18A-C4ABFA8B96E4}">
      <dgm:prSet/>
      <dgm:spPr/>
      <dgm:t>
        <a:bodyPr/>
        <a:lstStyle/>
        <a:p>
          <a:endParaRPr lang="en-US"/>
        </a:p>
      </dgm:t>
    </dgm:pt>
    <dgm:pt modelId="{5D3BA474-6463-495D-942D-1D7333F389E5}">
      <dgm:prSet/>
      <dgm:spPr/>
      <dgm:t>
        <a:bodyPr/>
        <a:lstStyle/>
        <a:p>
          <a:r>
            <a:rPr lang="en-US"/>
            <a:t>Offering senior roles will keep company competitive with other firms.</a:t>
          </a:r>
        </a:p>
      </dgm:t>
    </dgm:pt>
    <dgm:pt modelId="{51296C4E-C30A-4D64-A82C-20754028CA1B}" type="parTrans" cxnId="{7A7293C4-180C-4FFE-A4E5-435C4946F619}">
      <dgm:prSet/>
      <dgm:spPr/>
      <dgm:t>
        <a:bodyPr/>
        <a:lstStyle/>
        <a:p>
          <a:endParaRPr lang="en-US"/>
        </a:p>
      </dgm:t>
    </dgm:pt>
    <dgm:pt modelId="{169A2865-4E33-4EE4-9242-4471190D86D6}" type="sibTrans" cxnId="{7A7293C4-180C-4FFE-A4E5-435C4946F619}">
      <dgm:prSet/>
      <dgm:spPr/>
      <dgm:t>
        <a:bodyPr/>
        <a:lstStyle/>
        <a:p>
          <a:endParaRPr lang="en-US"/>
        </a:p>
      </dgm:t>
    </dgm:pt>
    <dgm:pt modelId="{4B2D414A-3265-42A7-BAFB-04F3BA5E15D8}" type="pres">
      <dgm:prSet presAssocID="{522A5854-BC7C-4016-90A9-8770867850A5}" presName="linear" presStyleCnt="0">
        <dgm:presLayoutVars>
          <dgm:animLvl val="lvl"/>
          <dgm:resizeHandles val="exact"/>
        </dgm:presLayoutVars>
      </dgm:prSet>
      <dgm:spPr/>
    </dgm:pt>
    <dgm:pt modelId="{8826E8B9-73FE-4D05-B9FD-BC06E6559509}" type="pres">
      <dgm:prSet presAssocID="{5E3D575D-AF04-436D-8B3F-87748C9FFF2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088F8E8-8372-42A5-859B-95702B8EE6DE}" type="pres">
      <dgm:prSet presAssocID="{A8C882CD-FCEC-4CBC-A467-4013209733C0}" presName="spacer" presStyleCnt="0"/>
      <dgm:spPr/>
    </dgm:pt>
    <dgm:pt modelId="{6749BCBE-6E90-4B8E-AD62-2854F9D44DCF}" type="pres">
      <dgm:prSet presAssocID="{DFD2C6EF-E4F9-4532-9CFC-27CDD58E79A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D2A5E34-0E34-490C-90EE-90E2FAD0406A}" type="pres">
      <dgm:prSet presAssocID="{DCF98D5C-DAD3-4FB2-A4EB-7C445138701F}" presName="spacer" presStyleCnt="0"/>
      <dgm:spPr/>
    </dgm:pt>
    <dgm:pt modelId="{7FFA4241-9B9E-491C-9255-882A38069B25}" type="pres">
      <dgm:prSet presAssocID="{2DD41E8E-20CF-4F35-A262-F55794BDCE7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0516EDB-C011-4A0D-955A-EA3BD1349987}" type="pres">
      <dgm:prSet presAssocID="{8CD5C461-9FF7-44E3-B0A2-45E54B4486AC}" presName="spacer" presStyleCnt="0"/>
      <dgm:spPr/>
    </dgm:pt>
    <dgm:pt modelId="{9E26D4E5-676F-45E0-8283-24BF51E83BC2}" type="pres">
      <dgm:prSet presAssocID="{708C9E2C-0FD0-4ECF-820D-B554DB34D42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8651715-341D-438B-A272-5C55E66FB4DD}" type="pres">
      <dgm:prSet presAssocID="{28FD66FB-AF41-41DF-AFDE-740960494241}" presName="spacer" presStyleCnt="0"/>
      <dgm:spPr/>
    </dgm:pt>
    <dgm:pt modelId="{2D111EAB-2FBB-43E7-B5E6-FADB907EFFCC}" type="pres">
      <dgm:prSet presAssocID="{5D3BA474-6463-495D-942D-1D7333F389E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3923000-EA3E-4726-9096-E1B63B487F2E}" srcId="{522A5854-BC7C-4016-90A9-8770867850A5}" destId="{5E3D575D-AF04-436D-8B3F-87748C9FFF28}" srcOrd="0" destOrd="0" parTransId="{C5089843-B872-4742-975D-DD59E78C156E}" sibTransId="{A8C882CD-FCEC-4CBC-A467-4013209733C0}"/>
    <dgm:cxn modelId="{E6650202-7399-47F8-8AE3-13B2ACF78D45}" type="presOf" srcId="{DFD2C6EF-E4F9-4532-9CFC-27CDD58E79AA}" destId="{6749BCBE-6E90-4B8E-AD62-2854F9D44DCF}" srcOrd="0" destOrd="0" presId="urn:microsoft.com/office/officeart/2005/8/layout/vList2"/>
    <dgm:cxn modelId="{49EA7E04-0946-400C-B28A-0C21A65A2BBA}" srcId="{522A5854-BC7C-4016-90A9-8770867850A5}" destId="{DFD2C6EF-E4F9-4532-9CFC-27CDD58E79AA}" srcOrd="1" destOrd="0" parTransId="{55F0EB5F-4D1C-4E5E-824A-8E89BBE8E1DA}" sibTransId="{DCF98D5C-DAD3-4FB2-A4EB-7C445138701F}"/>
    <dgm:cxn modelId="{A3193105-CC2B-478C-B18A-C4ABFA8B96E4}" srcId="{522A5854-BC7C-4016-90A9-8770867850A5}" destId="{708C9E2C-0FD0-4ECF-820D-B554DB34D42D}" srcOrd="3" destOrd="0" parTransId="{3D5DC249-B047-4505-BF04-BFCC331F763E}" sibTransId="{28FD66FB-AF41-41DF-AFDE-740960494241}"/>
    <dgm:cxn modelId="{F2C6CD58-41DC-4385-9A0E-BE7BDB3017C2}" type="presOf" srcId="{5D3BA474-6463-495D-942D-1D7333F389E5}" destId="{2D111EAB-2FBB-43E7-B5E6-FADB907EFFCC}" srcOrd="0" destOrd="0" presId="urn:microsoft.com/office/officeart/2005/8/layout/vList2"/>
    <dgm:cxn modelId="{5DF0DC9C-B796-496D-B35B-76FB5779A5E5}" type="presOf" srcId="{708C9E2C-0FD0-4ECF-820D-B554DB34D42D}" destId="{9E26D4E5-676F-45E0-8283-24BF51E83BC2}" srcOrd="0" destOrd="0" presId="urn:microsoft.com/office/officeart/2005/8/layout/vList2"/>
    <dgm:cxn modelId="{019D41A3-7DD5-4284-A2B3-C4995150716B}" srcId="{522A5854-BC7C-4016-90A9-8770867850A5}" destId="{2DD41E8E-20CF-4F35-A262-F55794BDCE74}" srcOrd="2" destOrd="0" parTransId="{190848C2-9980-4F17-86C5-89DAF3EB2D05}" sibTransId="{8CD5C461-9FF7-44E3-B0A2-45E54B4486AC}"/>
    <dgm:cxn modelId="{7A7293C4-180C-4FFE-A4E5-435C4946F619}" srcId="{522A5854-BC7C-4016-90A9-8770867850A5}" destId="{5D3BA474-6463-495D-942D-1D7333F389E5}" srcOrd="4" destOrd="0" parTransId="{51296C4E-C30A-4D64-A82C-20754028CA1B}" sibTransId="{169A2865-4E33-4EE4-9242-4471190D86D6}"/>
    <dgm:cxn modelId="{2E018AC6-60C5-40B7-BBCC-EC09B2BBFEC8}" type="presOf" srcId="{2DD41E8E-20CF-4F35-A262-F55794BDCE74}" destId="{7FFA4241-9B9E-491C-9255-882A38069B25}" srcOrd="0" destOrd="0" presId="urn:microsoft.com/office/officeart/2005/8/layout/vList2"/>
    <dgm:cxn modelId="{570242D9-5A76-4BEA-A364-12AFC89C1CE6}" type="presOf" srcId="{522A5854-BC7C-4016-90A9-8770867850A5}" destId="{4B2D414A-3265-42A7-BAFB-04F3BA5E15D8}" srcOrd="0" destOrd="0" presId="urn:microsoft.com/office/officeart/2005/8/layout/vList2"/>
    <dgm:cxn modelId="{F827E7FC-2289-4D0D-BB2C-F94EAFDB7D22}" type="presOf" srcId="{5E3D575D-AF04-436D-8B3F-87748C9FFF28}" destId="{8826E8B9-73FE-4D05-B9FD-BC06E6559509}" srcOrd="0" destOrd="0" presId="urn:microsoft.com/office/officeart/2005/8/layout/vList2"/>
    <dgm:cxn modelId="{6DD62916-FA57-47A3-89FA-045C83BBB73F}" type="presParOf" srcId="{4B2D414A-3265-42A7-BAFB-04F3BA5E15D8}" destId="{8826E8B9-73FE-4D05-B9FD-BC06E6559509}" srcOrd="0" destOrd="0" presId="urn:microsoft.com/office/officeart/2005/8/layout/vList2"/>
    <dgm:cxn modelId="{5ED27A2E-2CF8-469C-B0E9-BA48288A1546}" type="presParOf" srcId="{4B2D414A-3265-42A7-BAFB-04F3BA5E15D8}" destId="{7088F8E8-8372-42A5-859B-95702B8EE6DE}" srcOrd="1" destOrd="0" presId="urn:microsoft.com/office/officeart/2005/8/layout/vList2"/>
    <dgm:cxn modelId="{CDBA9F50-1705-43AA-B3A5-096823400F04}" type="presParOf" srcId="{4B2D414A-3265-42A7-BAFB-04F3BA5E15D8}" destId="{6749BCBE-6E90-4B8E-AD62-2854F9D44DCF}" srcOrd="2" destOrd="0" presId="urn:microsoft.com/office/officeart/2005/8/layout/vList2"/>
    <dgm:cxn modelId="{9466C1AD-0190-458F-AFEB-4519706C522C}" type="presParOf" srcId="{4B2D414A-3265-42A7-BAFB-04F3BA5E15D8}" destId="{9D2A5E34-0E34-490C-90EE-90E2FAD0406A}" srcOrd="3" destOrd="0" presId="urn:microsoft.com/office/officeart/2005/8/layout/vList2"/>
    <dgm:cxn modelId="{51AB9E79-FA90-4A13-9EC1-753875BC324A}" type="presParOf" srcId="{4B2D414A-3265-42A7-BAFB-04F3BA5E15D8}" destId="{7FFA4241-9B9E-491C-9255-882A38069B25}" srcOrd="4" destOrd="0" presId="urn:microsoft.com/office/officeart/2005/8/layout/vList2"/>
    <dgm:cxn modelId="{F526D9F3-6727-4D26-BCAF-FFC93638C0C6}" type="presParOf" srcId="{4B2D414A-3265-42A7-BAFB-04F3BA5E15D8}" destId="{A0516EDB-C011-4A0D-955A-EA3BD1349987}" srcOrd="5" destOrd="0" presId="urn:microsoft.com/office/officeart/2005/8/layout/vList2"/>
    <dgm:cxn modelId="{00D84902-8B3F-439C-9C3C-C8177ECED48D}" type="presParOf" srcId="{4B2D414A-3265-42A7-BAFB-04F3BA5E15D8}" destId="{9E26D4E5-676F-45E0-8283-24BF51E83BC2}" srcOrd="6" destOrd="0" presId="urn:microsoft.com/office/officeart/2005/8/layout/vList2"/>
    <dgm:cxn modelId="{B0CCB291-5DF2-4039-9370-FF1D2EF64F09}" type="presParOf" srcId="{4B2D414A-3265-42A7-BAFB-04F3BA5E15D8}" destId="{A8651715-341D-438B-A272-5C55E66FB4DD}" srcOrd="7" destOrd="0" presId="urn:microsoft.com/office/officeart/2005/8/layout/vList2"/>
    <dgm:cxn modelId="{472B62C8-F483-4C04-AF6B-5269AAC0D43D}" type="presParOf" srcId="{4B2D414A-3265-42A7-BAFB-04F3BA5E15D8}" destId="{2D111EAB-2FBB-43E7-B5E6-FADB907EFFC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D0905A-3697-487E-BC27-09B8520BDD7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96E3059-D6D3-4DD0-8D5E-C69E5D0B9589}">
      <dgm:prSet/>
      <dgm:spPr/>
      <dgm:t>
        <a:bodyPr/>
        <a:lstStyle/>
        <a:p>
          <a:r>
            <a:rPr lang="en-US"/>
            <a:t>• Primary target: Mid-level Data Scientist </a:t>
          </a:r>
        </a:p>
      </dgm:t>
    </dgm:pt>
    <dgm:pt modelId="{624D1CB0-3E82-4BF8-B1DB-43B1476E24EF}" type="parTrans" cxnId="{D323411E-855E-4CB1-950F-1D06E2E300BD}">
      <dgm:prSet/>
      <dgm:spPr/>
      <dgm:t>
        <a:bodyPr/>
        <a:lstStyle/>
        <a:p>
          <a:endParaRPr lang="en-US"/>
        </a:p>
      </dgm:t>
    </dgm:pt>
    <dgm:pt modelId="{E4CD05F2-97EC-421D-B700-55D41CBF94AB}" type="sibTrans" cxnId="{D323411E-855E-4CB1-950F-1D06E2E300BD}">
      <dgm:prSet/>
      <dgm:spPr/>
      <dgm:t>
        <a:bodyPr/>
        <a:lstStyle/>
        <a:p>
          <a:endParaRPr lang="en-US"/>
        </a:p>
      </dgm:t>
    </dgm:pt>
    <dgm:pt modelId="{2C88852A-F2A0-4B65-97F4-244B0438CF41}">
      <dgm:prSet/>
      <dgm:spPr/>
      <dgm:t>
        <a:bodyPr/>
        <a:lstStyle/>
        <a:p>
          <a:r>
            <a:rPr lang="en-US"/>
            <a:t>• Offer near the upper half of recommended range to remain competitive </a:t>
          </a:r>
        </a:p>
      </dgm:t>
    </dgm:pt>
    <dgm:pt modelId="{F65A09C9-B9CF-4968-9FDC-3E0BBE1D36FC}" type="parTrans" cxnId="{8423E780-78A0-4E09-9E87-B0405F282278}">
      <dgm:prSet/>
      <dgm:spPr/>
      <dgm:t>
        <a:bodyPr/>
        <a:lstStyle/>
        <a:p>
          <a:endParaRPr lang="en-US"/>
        </a:p>
      </dgm:t>
    </dgm:pt>
    <dgm:pt modelId="{29616215-CE07-457B-8B0E-1DD93B0F4665}" type="sibTrans" cxnId="{8423E780-78A0-4E09-9E87-B0405F282278}">
      <dgm:prSet/>
      <dgm:spPr/>
      <dgm:t>
        <a:bodyPr/>
        <a:lstStyle/>
        <a:p>
          <a:endParaRPr lang="en-US"/>
        </a:p>
      </dgm:t>
    </dgm:pt>
    <dgm:pt modelId="{43149A01-4A49-4903-944D-062FA79D4321}">
      <dgm:prSet/>
      <dgm:spPr/>
      <dgm:t>
        <a:bodyPr/>
        <a:lstStyle/>
        <a:p>
          <a:r>
            <a:rPr lang="en-US"/>
            <a:t>• Offer remote or hybrid positions to expand the hiring pool </a:t>
          </a:r>
        </a:p>
      </dgm:t>
    </dgm:pt>
    <dgm:pt modelId="{01D11FAE-E529-44E6-AADE-B46565532F9A}" type="parTrans" cxnId="{7AB4745A-C7AB-40A4-B24C-F550A50ACCF2}">
      <dgm:prSet/>
      <dgm:spPr/>
      <dgm:t>
        <a:bodyPr/>
        <a:lstStyle/>
        <a:p>
          <a:endParaRPr lang="en-US"/>
        </a:p>
      </dgm:t>
    </dgm:pt>
    <dgm:pt modelId="{5AE8F41F-655E-4058-AB65-6A5911064AA4}" type="sibTrans" cxnId="{7AB4745A-C7AB-40A4-B24C-F550A50ACCF2}">
      <dgm:prSet/>
      <dgm:spPr/>
      <dgm:t>
        <a:bodyPr/>
        <a:lstStyle/>
        <a:p>
          <a:endParaRPr lang="en-US"/>
        </a:p>
      </dgm:t>
    </dgm:pt>
    <dgm:pt modelId="{71B64718-2E3D-490F-BF7D-8487DDD06CBE}">
      <dgm:prSet/>
      <dgm:spPr/>
      <dgm:t>
        <a:bodyPr/>
        <a:lstStyle/>
        <a:p>
          <a:r>
            <a:rPr lang="en-US"/>
            <a:t>• Consider international hiring for cost reduction </a:t>
          </a:r>
        </a:p>
      </dgm:t>
    </dgm:pt>
    <dgm:pt modelId="{1056B3D7-D8E1-47C8-A766-5FF1FB0B3A7F}" type="parTrans" cxnId="{10CC1BE8-6EE5-4EDB-92FA-F3F0B20F65E3}">
      <dgm:prSet/>
      <dgm:spPr/>
      <dgm:t>
        <a:bodyPr/>
        <a:lstStyle/>
        <a:p>
          <a:endParaRPr lang="en-US"/>
        </a:p>
      </dgm:t>
    </dgm:pt>
    <dgm:pt modelId="{94504ED8-E925-42E0-8C6B-D1278E364235}" type="sibTrans" cxnId="{10CC1BE8-6EE5-4EDB-92FA-F3F0B20F65E3}">
      <dgm:prSet/>
      <dgm:spPr/>
      <dgm:t>
        <a:bodyPr/>
        <a:lstStyle/>
        <a:p>
          <a:endParaRPr lang="en-US"/>
        </a:p>
      </dgm:t>
    </dgm:pt>
    <dgm:pt modelId="{350832CF-169B-480D-A47B-11FCE2A3454A}">
      <dgm:prSet/>
      <dgm:spPr/>
      <dgm:t>
        <a:bodyPr/>
        <a:lstStyle/>
        <a:p>
          <a:r>
            <a:rPr lang="en-US"/>
            <a:t>• Prioritize mid-level candidates for highest value </a:t>
          </a:r>
        </a:p>
      </dgm:t>
    </dgm:pt>
    <dgm:pt modelId="{0C73AC72-7E6E-4E70-9BB2-B333F6C6ADFB}" type="parTrans" cxnId="{66B71FC2-4458-4687-A6A4-65152375548E}">
      <dgm:prSet/>
      <dgm:spPr/>
      <dgm:t>
        <a:bodyPr/>
        <a:lstStyle/>
        <a:p>
          <a:endParaRPr lang="en-US"/>
        </a:p>
      </dgm:t>
    </dgm:pt>
    <dgm:pt modelId="{034F8B7D-5F9B-4B06-8BD6-367D04D9F394}" type="sibTrans" cxnId="{66B71FC2-4458-4687-A6A4-65152375548E}">
      <dgm:prSet/>
      <dgm:spPr/>
      <dgm:t>
        <a:bodyPr/>
        <a:lstStyle/>
        <a:p>
          <a:endParaRPr lang="en-US"/>
        </a:p>
      </dgm:t>
    </dgm:pt>
    <dgm:pt modelId="{70E31619-A95E-42AD-9636-70A72448D550}">
      <dgm:prSet/>
      <dgm:spPr/>
      <dgm:t>
        <a:bodyPr/>
        <a:lstStyle/>
        <a:p>
          <a:r>
            <a:rPr lang="en-US"/>
            <a:t>• Review compensation annually as market trends change</a:t>
          </a:r>
        </a:p>
      </dgm:t>
    </dgm:pt>
    <dgm:pt modelId="{154D2611-F8B7-4739-87AD-CADC17046B75}" type="parTrans" cxnId="{920B16D8-A8BE-42CF-830E-4FF0B091B63B}">
      <dgm:prSet/>
      <dgm:spPr/>
      <dgm:t>
        <a:bodyPr/>
        <a:lstStyle/>
        <a:p>
          <a:endParaRPr lang="en-US"/>
        </a:p>
      </dgm:t>
    </dgm:pt>
    <dgm:pt modelId="{EE519000-8E7E-437F-904B-18BD6FA02781}" type="sibTrans" cxnId="{920B16D8-A8BE-42CF-830E-4FF0B091B63B}">
      <dgm:prSet/>
      <dgm:spPr/>
      <dgm:t>
        <a:bodyPr/>
        <a:lstStyle/>
        <a:p>
          <a:endParaRPr lang="en-US"/>
        </a:p>
      </dgm:t>
    </dgm:pt>
    <dgm:pt modelId="{9A83BCF1-0FA1-4898-9716-385A45204B15}" type="pres">
      <dgm:prSet presAssocID="{B2D0905A-3697-487E-BC27-09B8520BDD70}" presName="root" presStyleCnt="0">
        <dgm:presLayoutVars>
          <dgm:dir/>
          <dgm:resizeHandles val="exact"/>
        </dgm:presLayoutVars>
      </dgm:prSet>
      <dgm:spPr/>
    </dgm:pt>
    <dgm:pt modelId="{B7ECB777-60BF-421D-BEB0-03F1758257F5}" type="pres">
      <dgm:prSet presAssocID="{B2D0905A-3697-487E-BC27-09B8520BDD70}" presName="container" presStyleCnt="0">
        <dgm:presLayoutVars>
          <dgm:dir/>
          <dgm:resizeHandles val="exact"/>
        </dgm:presLayoutVars>
      </dgm:prSet>
      <dgm:spPr/>
    </dgm:pt>
    <dgm:pt modelId="{B377C8B1-03DF-478B-BABA-5066B6C97DFC}" type="pres">
      <dgm:prSet presAssocID="{496E3059-D6D3-4DD0-8D5E-C69E5D0B9589}" presName="compNode" presStyleCnt="0"/>
      <dgm:spPr/>
    </dgm:pt>
    <dgm:pt modelId="{E2B147FF-B3AE-449C-BD85-6B8B73DEFAB8}" type="pres">
      <dgm:prSet presAssocID="{496E3059-D6D3-4DD0-8D5E-C69E5D0B9589}" presName="iconBgRect" presStyleLbl="bgShp" presStyleIdx="0" presStyleCnt="6"/>
      <dgm:spPr/>
    </dgm:pt>
    <dgm:pt modelId="{E50F5DF1-2BF5-4F95-BE49-6D93B88307E6}" type="pres">
      <dgm:prSet presAssocID="{496E3059-D6D3-4DD0-8D5E-C69E5D0B958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4FE2065C-87B0-4E1A-982C-8BD949BE78AA}" type="pres">
      <dgm:prSet presAssocID="{496E3059-D6D3-4DD0-8D5E-C69E5D0B9589}" presName="spaceRect" presStyleCnt="0"/>
      <dgm:spPr/>
    </dgm:pt>
    <dgm:pt modelId="{08496E10-DE1D-4FFE-B6E4-3C254E8BEA8D}" type="pres">
      <dgm:prSet presAssocID="{496E3059-D6D3-4DD0-8D5E-C69E5D0B9589}" presName="textRect" presStyleLbl="revTx" presStyleIdx="0" presStyleCnt="6">
        <dgm:presLayoutVars>
          <dgm:chMax val="1"/>
          <dgm:chPref val="1"/>
        </dgm:presLayoutVars>
      </dgm:prSet>
      <dgm:spPr/>
    </dgm:pt>
    <dgm:pt modelId="{6C6D6904-CACD-4AEC-AB87-949AB4A51FFD}" type="pres">
      <dgm:prSet presAssocID="{E4CD05F2-97EC-421D-B700-55D41CBF94AB}" presName="sibTrans" presStyleLbl="sibTrans2D1" presStyleIdx="0" presStyleCnt="0"/>
      <dgm:spPr/>
    </dgm:pt>
    <dgm:pt modelId="{D823E950-9DD4-46FE-BDC3-03068736AFB4}" type="pres">
      <dgm:prSet presAssocID="{2C88852A-F2A0-4B65-97F4-244B0438CF41}" presName="compNode" presStyleCnt="0"/>
      <dgm:spPr/>
    </dgm:pt>
    <dgm:pt modelId="{1786870A-B24A-4A7C-8EA8-53A623DFEBA8}" type="pres">
      <dgm:prSet presAssocID="{2C88852A-F2A0-4B65-97F4-244B0438CF41}" presName="iconBgRect" presStyleLbl="bgShp" presStyleIdx="1" presStyleCnt="6"/>
      <dgm:spPr/>
    </dgm:pt>
    <dgm:pt modelId="{C871DD42-3E6B-4503-B4F2-D4F4A604B177}" type="pres">
      <dgm:prSet presAssocID="{2C88852A-F2A0-4B65-97F4-244B0438CF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00C331D-7EE0-4BDE-9A68-7842E7336426}" type="pres">
      <dgm:prSet presAssocID="{2C88852A-F2A0-4B65-97F4-244B0438CF41}" presName="spaceRect" presStyleCnt="0"/>
      <dgm:spPr/>
    </dgm:pt>
    <dgm:pt modelId="{D4BB52F2-53E9-448E-89C1-458599782A06}" type="pres">
      <dgm:prSet presAssocID="{2C88852A-F2A0-4B65-97F4-244B0438CF41}" presName="textRect" presStyleLbl="revTx" presStyleIdx="1" presStyleCnt="6">
        <dgm:presLayoutVars>
          <dgm:chMax val="1"/>
          <dgm:chPref val="1"/>
        </dgm:presLayoutVars>
      </dgm:prSet>
      <dgm:spPr/>
    </dgm:pt>
    <dgm:pt modelId="{1E8E9F58-0751-429C-A3F0-5B6B501251C4}" type="pres">
      <dgm:prSet presAssocID="{29616215-CE07-457B-8B0E-1DD93B0F4665}" presName="sibTrans" presStyleLbl="sibTrans2D1" presStyleIdx="0" presStyleCnt="0"/>
      <dgm:spPr/>
    </dgm:pt>
    <dgm:pt modelId="{4CEBBE54-0D9F-41DE-9A42-F1E89A3E3C78}" type="pres">
      <dgm:prSet presAssocID="{43149A01-4A49-4903-944D-062FA79D4321}" presName="compNode" presStyleCnt="0"/>
      <dgm:spPr/>
    </dgm:pt>
    <dgm:pt modelId="{CB272507-0CD0-4E7F-952D-696EE0E1BC94}" type="pres">
      <dgm:prSet presAssocID="{43149A01-4A49-4903-944D-062FA79D4321}" presName="iconBgRect" presStyleLbl="bgShp" presStyleIdx="2" presStyleCnt="6"/>
      <dgm:spPr/>
    </dgm:pt>
    <dgm:pt modelId="{13446C7F-83AA-4E61-A35F-B5063E461A24}" type="pres">
      <dgm:prSet presAssocID="{43149A01-4A49-4903-944D-062FA79D432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983241DC-7CA7-4226-AE0D-3D70564BD99D}" type="pres">
      <dgm:prSet presAssocID="{43149A01-4A49-4903-944D-062FA79D4321}" presName="spaceRect" presStyleCnt="0"/>
      <dgm:spPr/>
    </dgm:pt>
    <dgm:pt modelId="{1DD967A0-73F5-4076-8B91-39E200C7C44F}" type="pres">
      <dgm:prSet presAssocID="{43149A01-4A49-4903-944D-062FA79D4321}" presName="textRect" presStyleLbl="revTx" presStyleIdx="2" presStyleCnt="6">
        <dgm:presLayoutVars>
          <dgm:chMax val="1"/>
          <dgm:chPref val="1"/>
        </dgm:presLayoutVars>
      </dgm:prSet>
      <dgm:spPr/>
    </dgm:pt>
    <dgm:pt modelId="{952E5DD1-1F16-4765-8CBF-6E33E9BBBC4B}" type="pres">
      <dgm:prSet presAssocID="{5AE8F41F-655E-4058-AB65-6A5911064AA4}" presName="sibTrans" presStyleLbl="sibTrans2D1" presStyleIdx="0" presStyleCnt="0"/>
      <dgm:spPr/>
    </dgm:pt>
    <dgm:pt modelId="{C09CB10D-EA37-47AE-A0FB-BC80D196C4B7}" type="pres">
      <dgm:prSet presAssocID="{71B64718-2E3D-490F-BF7D-8487DDD06CBE}" presName="compNode" presStyleCnt="0"/>
      <dgm:spPr/>
    </dgm:pt>
    <dgm:pt modelId="{305B6B50-7C72-4239-823D-11A61F3051CA}" type="pres">
      <dgm:prSet presAssocID="{71B64718-2E3D-490F-BF7D-8487DDD06CBE}" presName="iconBgRect" presStyleLbl="bgShp" presStyleIdx="3" presStyleCnt="6"/>
      <dgm:spPr/>
    </dgm:pt>
    <dgm:pt modelId="{80B53A3B-6F44-44E6-83F2-913D4D1CE834}" type="pres">
      <dgm:prSet presAssocID="{71B64718-2E3D-490F-BF7D-8487DDD06CB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7C6DE6B-6794-4DE2-9A8A-E4868578DCAF}" type="pres">
      <dgm:prSet presAssocID="{71B64718-2E3D-490F-BF7D-8487DDD06CBE}" presName="spaceRect" presStyleCnt="0"/>
      <dgm:spPr/>
    </dgm:pt>
    <dgm:pt modelId="{B85172AC-5685-43B3-BDC9-CC990869844E}" type="pres">
      <dgm:prSet presAssocID="{71B64718-2E3D-490F-BF7D-8487DDD06CBE}" presName="textRect" presStyleLbl="revTx" presStyleIdx="3" presStyleCnt="6">
        <dgm:presLayoutVars>
          <dgm:chMax val="1"/>
          <dgm:chPref val="1"/>
        </dgm:presLayoutVars>
      </dgm:prSet>
      <dgm:spPr/>
    </dgm:pt>
    <dgm:pt modelId="{04B71A5D-F200-4F48-9C2A-67AF1220DEE4}" type="pres">
      <dgm:prSet presAssocID="{94504ED8-E925-42E0-8C6B-D1278E364235}" presName="sibTrans" presStyleLbl="sibTrans2D1" presStyleIdx="0" presStyleCnt="0"/>
      <dgm:spPr/>
    </dgm:pt>
    <dgm:pt modelId="{2FBB8FE2-3E86-47DC-A30E-5BFE55E33B31}" type="pres">
      <dgm:prSet presAssocID="{350832CF-169B-480D-A47B-11FCE2A3454A}" presName="compNode" presStyleCnt="0"/>
      <dgm:spPr/>
    </dgm:pt>
    <dgm:pt modelId="{D62CE476-31CD-4B82-ADBD-9BD3D9995D0D}" type="pres">
      <dgm:prSet presAssocID="{350832CF-169B-480D-A47B-11FCE2A3454A}" presName="iconBgRect" presStyleLbl="bgShp" presStyleIdx="4" presStyleCnt="6"/>
      <dgm:spPr/>
    </dgm:pt>
    <dgm:pt modelId="{CA2B1F27-534A-4EA4-A8E9-8541382A1380}" type="pres">
      <dgm:prSet presAssocID="{350832CF-169B-480D-A47B-11FCE2A3454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D7ECB1CC-99A6-4596-9B48-383E3B17B49E}" type="pres">
      <dgm:prSet presAssocID="{350832CF-169B-480D-A47B-11FCE2A3454A}" presName="spaceRect" presStyleCnt="0"/>
      <dgm:spPr/>
    </dgm:pt>
    <dgm:pt modelId="{B80AAE7D-8624-49D7-A651-18E66734CFB5}" type="pres">
      <dgm:prSet presAssocID="{350832CF-169B-480D-A47B-11FCE2A3454A}" presName="textRect" presStyleLbl="revTx" presStyleIdx="4" presStyleCnt="6">
        <dgm:presLayoutVars>
          <dgm:chMax val="1"/>
          <dgm:chPref val="1"/>
        </dgm:presLayoutVars>
      </dgm:prSet>
      <dgm:spPr/>
    </dgm:pt>
    <dgm:pt modelId="{9111B0EF-23B7-4263-BF4D-DAF9E6AB9A4D}" type="pres">
      <dgm:prSet presAssocID="{034F8B7D-5F9B-4B06-8BD6-367D04D9F394}" presName="sibTrans" presStyleLbl="sibTrans2D1" presStyleIdx="0" presStyleCnt="0"/>
      <dgm:spPr/>
    </dgm:pt>
    <dgm:pt modelId="{FFBA2F6E-C019-4B1D-BD27-EE7A320B3935}" type="pres">
      <dgm:prSet presAssocID="{70E31619-A95E-42AD-9636-70A72448D550}" presName="compNode" presStyleCnt="0"/>
      <dgm:spPr/>
    </dgm:pt>
    <dgm:pt modelId="{CC4F4FE1-8B68-46AB-B240-935D85418D77}" type="pres">
      <dgm:prSet presAssocID="{70E31619-A95E-42AD-9636-70A72448D550}" presName="iconBgRect" presStyleLbl="bgShp" presStyleIdx="5" presStyleCnt="6"/>
      <dgm:spPr/>
    </dgm:pt>
    <dgm:pt modelId="{03B455AF-A60C-4544-9850-08070D5EB21B}" type="pres">
      <dgm:prSet presAssocID="{70E31619-A95E-42AD-9636-70A72448D55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72D8F36-9182-4964-A7D8-7C6586B1E240}" type="pres">
      <dgm:prSet presAssocID="{70E31619-A95E-42AD-9636-70A72448D550}" presName="spaceRect" presStyleCnt="0"/>
      <dgm:spPr/>
    </dgm:pt>
    <dgm:pt modelId="{8F04F635-2DAC-41AC-ACA8-7304B7BBB357}" type="pres">
      <dgm:prSet presAssocID="{70E31619-A95E-42AD-9636-70A72448D55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2BD5181B-281F-44D9-AE87-B5EABA50C0A6}" type="presOf" srcId="{2C88852A-F2A0-4B65-97F4-244B0438CF41}" destId="{D4BB52F2-53E9-448E-89C1-458599782A06}" srcOrd="0" destOrd="0" presId="urn:microsoft.com/office/officeart/2018/2/layout/IconCircleList"/>
    <dgm:cxn modelId="{D323411E-855E-4CB1-950F-1D06E2E300BD}" srcId="{B2D0905A-3697-487E-BC27-09B8520BDD70}" destId="{496E3059-D6D3-4DD0-8D5E-C69E5D0B9589}" srcOrd="0" destOrd="0" parTransId="{624D1CB0-3E82-4BF8-B1DB-43B1476E24EF}" sibTransId="{E4CD05F2-97EC-421D-B700-55D41CBF94AB}"/>
    <dgm:cxn modelId="{2ED8C723-F3A4-47D4-984F-4667454ABDF7}" type="presOf" srcId="{496E3059-D6D3-4DD0-8D5E-C69E5D0B9589}" destId="{08496E10-DE1D-4FFE-B6E4-3C254E8BEA8D}" srcOrd="0" destOrd="0" presId="urn:microsoft.com/office/officeart/2018/2/layout/IconCircleList"/>
    <dgm:cxn modelId="{E27F4D2E-D5DE-4D9F-9899-55F872A1DE97}" type="presOf" srcId="{94504ED8-E925-42E0-8C6B-D1278E364235}" destId="{04B71A5D-F200-4F48-9C2A-67AF1220DEE4}" srcOrd="0" destOrd="0" presId="urn:microsoft.com/office/officeart/2018/2/layout/IconCircleList"/>
    <dgm:cxn modelId="{7AB4745A-C7AB-40A4-B24C-F550A50ACCF2}" srcId="{B2D0905A-3697-487E-BC27-09B8520BDD70}" destId="{43149A01-4A49-4903-944D-062FA79D4321}" srcOrd="2" destOrd="0" parTransId="{01D11FAE-E529-44E6-AADE-B46565532F9A}" sibTransId="{5AE8F41F-655E-4058-AB65-6A5911064AA4}"/>
    <dgm:cxn modelId="{8423E780-78A0-4E09-9E87-B0405F282278}" srcId="{B2D0905A-3697-487E-BC27-09B8520BDD70}" destId="{2C88852A-F2A0-4B65-97F4-244B0438CF41}" srcOrd="1" destOrd="0" parTransId="{F65A09C9-B9CF-4968-9FDC-3E0BBE1D36FC}" sibTransId="{29616215-CE07-457B-8B0E-1DD93B0F4665}"/>
    <dgm:cxn modelId="{CB7A6298-73E8-4D3E-998F-CB595F05470C}" type="presOf" srcId="{E4CD05F2-97EC-421D-B700-55D41CBF94AB}" destId="{6C6D6904-CACD-4AEC-AB87-949AB4A51FFD}" srcOrd="0" destOrd="0" presId="urn:microsoft.com/office/officeart/2018/2/layout/IconCircleList"/>
    <dgm:cxn modelId="{D4E544AE-3942-415E-AD1D-212D62921F9D}" type="presOf" srcId="{350832CF-169B-480D-A47B-11FCE2A3454A}" destId="{B80AAE7D-8624-49D7-A651-18E66734CFB5}" srcOrd="0" destOrd="0" presId="urn:microsoft.com/office/officeart/2018/2/layout/IconCircleList"/>
    <dgm:cxn modelId="{52CD48B4-92ED-431D-989D-96CDAB2497FF}" type="presOf" srcId="{5AE8F41F-655E-4058-AB65-6A5911064AA4}" destId="{952E5DD1-1F16-4765-8CBF-6E33E9BBBC4B}" srcOrd="0" destOrd="0" presId="urn:microsoft.com/office/officeart/2018/2/layout/IconCircleList"/>
    <dgm:cxn modelId="{F416BABD-0D23-4904-ADB1-C0725437B914}" type="presOf" srcId="{034F8B7D-5F9B-4B06-8BD6-367D04D9F394}" destId="{9111B0EF-23B7-4263-BF4D-DAF9E6AB9A4D}" srcOrd="0" destOrd="0" presId="urn:microsoft.com/office/officeart/2018/2/layout/IconCircleList"/>
    <dgm:cxn modelId="{66B71FC2-4458-4687-A6A4-65152375548E}" srcId="{B2D0905A-3697-487E-BC27-09B8520BDD70}" destId="{350832CF-169B-480D-A47B-11FCE2A3454A}" srcOrd="4" destOrd="0" parTransId="{0C73AC72-7E6E-4E70-9BB2-B333F6C6ADFB}" sibTransId="{034F8B7D-5F9B-4B06-8BD6-367D04D9F394}"/>
    <dgm:cxn modelId="{085515CA-94AB-412F-A28B-CBCF9D66DC15}" type="presOf" srcId="{B2D0905A-3697-487E-BC27-09B8520BDD70}" destId="{9A83BCF1-0FA1-4898-9716-385A45204B15}" srcOrd="0" destOrd="0" presId="urn:microsoft.com/office/officeart/2018/2/layout/IconCircleList"/>
    <dgm:cxn modelId="{C6F1EDD5-3314-4384-9931-00E7EC1F24DD}" type="presOf" srcId="{71B64718-2E3D-490F-BF7D-8487DDD06CBE}" destId="{B85172AC-5685-43B3-BDC9-CC990869844E}" srcOrd="0" destOrd="0" presId="urn:microsoft.com/office/officeart/2018/2/layout/IconCircleList"/>
    <dgm:cxn modelId="{920B16D8-A8BE-42CF-830E-4FF0B091B63B}" srcId="{B2D0905A-3697-487E-BC27-09B8520BDD70}" destId="{70E31619-A95E-42AD-9636-70A72448D550}" srcOrd="5" destOrd="0" parTransId="{154D2611-F8B7-4739-87AD-CADC17046B75}" sibTransId="{EE519000-8E7E-437F-904B-18BD6FA02781}"/>
    <dgm:cxn modelId="{960DFDE1-50C2-4DD0-A6F6-7FA36D655FE4}" type="presOf" srcId="{70E31619-A95E-42AD-9636-70A72448D550}" destId="{8F04F635-2DAC-41AC-ACA8-7304B7BBB357}" srcOrd="0" destOrd="0" presId="urn:microsoft.com/office/officeart/2018/2/layout/IconCircleList"/>
    <dgm:cxn modelId="{10CC1BE8-6EE5-4EDB-92FA-F3F0B20F65E3}" srcId="{B2D0905A-3697-487E-BC27-09B8520BDD70}" destId="{71B64718-2E3D-490F-BF7D-8487DDD06CBE}" srcOrd="3" destOrd="0" parTransId="{1056B3D7-D8E1-47C8-A766-5FF1FB0B3A7F}" sibTransId="{94504ED8-E925-42E0-8C6B-D1278E364235}"/>
    <dgm:cxn modelId="{82CBB2F7-57C3-47B1-AE42-9BA0D5EC2FC3}" type="presOf" srcId="{43149A01-4A49-4903-944D-062FA79D4321}" destId="{1DD967A0-73F5-4076-8B91-39E200C7C44F}" srcOrd="0" destOrd="0" presId="urn:microsoft.com/office/officeart/2018/2/layout/IconCircleList"/>
    <dgm:cxn modelId="{8DB3DBF8-F111-49F4-B2FA-C65EF6024C07}" type="presOf" srcId="{29616215-CE07-457B-8B0E-1DD93B0F4665}" destId="{1E8E9F58-0751-429C-A3F0-5B6B501251C4}" srcOrd="0" destOrd="0" presId="urn:microsoft.com/office/officeart/2018/2/layout/IconCircleList"/>
    <dgm:cxn modelId="{0583812D-6797-47EC-9E84-6EFFA0CD8B20}" type="presParOf" srcId="{9A83BCF1-0FA1-4898-9716-385A45204B15}" destId="{B7ECB777-60BF-421D-BEB0-03F1758257F5}" srcOrd="0" destOrd="0" presId="urn:microsoft.com/office/officeart/2018/2/layout/IconCircleList"/>
    <dgm:cxn modelId="{263B7E03-6E87-4830-AE38-CCC3565ED3F7}" type="presParOf" srcId="{B7ECB777-60BF-421D-BEB0-03F1758257F5}" destId="{B377C8B1-03DF-478B-BABA-5066B6C97DFC}" srcOrd="0" destOrd="0" presId="urn:microsoft.com/office/officeart/2018/2/layout/IconCircleList"/>
    <dgm:cxn modelId="{5E463353-3BBC-41D5-8FE7-5A8A41467E15}" type="presParOf" srcId="{B377C8B1-03DF-478B-BABA-5066B6C97DFC}" destId="{E2B147FF-B3AE-449C-BD85-6B8B73DEFAB8}" srcOrd="0" destOrd="0" presId="urn:microsoft.com/office/officeart/2018/2/layout/IconCircleList"/>
    <dgm:cxn modelId="{04769EA7-E173-4FA8-85D8-2D3888D37CC7}" type="presParOf" srcId="{B377C8B1-03DF-478B-BABA-5066B6C97DFC}" destId="{E50F5DF1-2BF5-4F95-BE49-6D93B88307E6}" srcOrd="1" destOrd="0" presId="urn:microsoft.com/office/officeart/2018/2/layout/IconCircleList"/>
    <dgm:cxn modelId="{98002DB2-E317-489F-BAF0-1B8908EA7632}" type="presParOf" srcId="{B377C8B1-03DF-478B-BABA-5066B6C97DFC}" destId="{4FE2065C-87B0-4E1A-982C-8BD949BE78AA}" srcOrd="2" destOrd="0" presId="urn:microsoft.com/office/officeart/2018/2/layout/IconCircleList"/>
    <dgm:cxn modelId="{9858AB75-35EB-4726-A147-37BFE576BFD0}" type="presParOf" srcId="{B377C8B1-03DF-478B-BABA-5066B6C97DFC}" destId="{08496E10-DE1D-4FFE-B6E4-3C254E8BEA8D}" srcOrd="3" destOrd="0" presId="urn:microsoft.com/office/officeart/2018/2/layout/IconCircleList"/>
    <dgm:cxn modelId="{902FA088-93FF-43D0-9645-C5FC4CE7F89B}" type="presParOf" srcId="{B7ECB777-60BF-421D-BEB0-03F1758257F5}" destId="{6C6D6904-CACD-4AEC-AB87-949AB4A51FFD}" srcOrd="1" destOrd="0" presId="urn:microsoft.com/office/officeart/2018/2/layout/IconCircleList"/>
    <dgm:cxn modelId="{E6387991-9897-40BF-B33F-1F6EA9D24F48}" type="presParOf" srcId="{B7ECB777-60BF-421D-BEB0-03F1758257F5}" destId="{D823E950-9DD4-46FE-BDC3-03068736AFB4}" srcOrd="2" destOrd="0" presId="urn:microsoft.com/office/officeart/2018/2/layout/IconCircleList"/>
    <dgm:cxn modelId="{4F6E1AA2-E637-43C3-84E3-747C60B05E33}" type="presParOf" srcId="{D823E950-9DD4-46FE-BDC3-03068736AFB4}" destId="{1786870A-B24A-4A7C-8EA8-53A623DFEBA8}" srcOrd="0" destOrd="0" presId="urn:microsoft.com/office/officeart/2018/2/layout/IconCircleList"/>
    <dgm:cxn modelId="{23FDA681-D9CA-44C9-BB28-C22722AB0DEF}" type="presParOf" srcId="{D823E950-9DD4-46FE-BDC3-03068736AFB4}" destId="{C871DD42-3E6B-4503-B4F2-D4F4A604B177}" srcOrd="1" destOrd="0" presId="urn:microsoft.com/office/officeart/2018/2/layout/IconCircleList"/>
    <dgm:cxn modelId="{1F6E8A35-13D8-48B8-B8DD-9988B958D77C}" type="presParOf" srcId="{D823E950-9DD4-46FE-BDC3-03068736AFB4}" destId="{F00C331D-7EE0-4BDE-9A68-7842E7336426}" srcOrd="2" destOrd="0" presId="urn:microsoft.com/office/officeart/2018/2/layout/IconCircleList"/>
    <dgm:cxn modelId="{7DFCDBA7-63B6-4655-A2D7-3FB3F49B1DDB}" type="presParOf" srcId="{D823E950-9DD4-46FE-BDC3-03068736AFB4}" destId="{D4BB52F2-53E9-448E-89C1-458599782A06}" srcOrd="3" destOrd="0" presId="urn:microsoft.com/office/officeart/2018/2/layout/IconCircleList"/>
    <dgm:cxn modelId="{180754C2-41EE-4506-AE05-F7BCC827CF6A}" type="presParOf" srcId="{B7ECB777-60BF-421D-BEB0-03F1758257F5}" destId="{1E8E9F58-0751-429C-A3F0-5B6B501251C4}" srcOrd="3" destOrd="0" presId="urn:microsoft.com/office/officeart/2018/2/layout/IconCircleList"/>
    <dgm:cxn modelId="{65B2A25A-EB08-4FE0-B116-69DFA1B5D43D}" type="presParOf" srcId="{B7ECB777-60BF-421D-BEB0-03F1758257F5}" destId="{4CEBBE54-0D9F-41DE-9A42-F1E89A3E3C78}" srcOrd="4" destOrd="0" presId="urn:microsoft.com/office/officeart/2018/2/layout/IconCircleList"/>
    <dgm:cxn modelId="{14837A36-B980-4705-8AB4-D93B177AA862}" type="presParOf" srcId="{4CEBBE54-0D9F-41DE-9A42-F1E89A3E3C78}" destId="{CB272507-0CD0-4E7F-952D-696EE0E1BC94}" srcOrd="0" destOrd="0" presId="urn:microsoft.com/office/officeart/2018/2/layout/IconCircleList"/>
    <dgm:cxn modelId="{765DAB3F-800D-485E-AD3E-958746A468CC}" type="presParOf" srcId="{4CEBBE54-0D9F-41DE-9A42-F1E89A3E3C78}" destId="{13446C7F-83AA-4E61-A35F-B5063E461A24}" srcOrd="1" destOrd="0" presId="urn:microsoft.com/office/officeart/2018/2/layout/IconCircleList"/>
    <dgm:cxn modelId="{B1ED574B-F2DE-46C1-B8AA-005A3FFD0E82}" type="presParOf" srcId="{4CEBBE54-0D9F-41DE-9A42-F1E89A3E3C78}" destId="{983241DC-7CA7-4226-AE0D-3D70564BD99D}" srcOrd="2" destOrd="0" presId="urn:microsoft.com/office/officeart/2018/2/layout/IconCircleList"/>
    <dgm:cxn modelId="{F06BE04F-E639-48BB-836C-4458EC8E2B10}" type="presParOf" srcId="{4CEBBE54-0D9F-41DE-9A42-F1E89A3E3C78}" destId="{1DD967A0-73F5-4076-8B91-39E200C7C44F}" srcOrd="3" destOrd="0" presId="urn:microsoft.com/office/officeart/2018/2/layout/IconCircleList"/>
    <dgm:cxn modelId="{754304DE-6CD5-41F4-B819-5929BC2539D3}" type="presParOf" srcId="{B7ECB777-60BF-421D-BEB0-03F1758257F5}" destId="{952E5DD1-1F16-4765-8CBF-6E33E9BBBC4B}" srcOrd="5" destOrd="0" presId="urn:microsoft.com/office/officeart/2018/2/layout/IconCircleList"/>
    <dgm:cxn modelId="{24B04030-2EC5-46A2-A3CE-90C47C2571BA}" type="presParOf" srcId="{B7ECB777-60BF-421D-BEB0-03F1758257F5}" destId="{C09CB10D-EA37-47AE-A0FB-BC80D196C4B7}" srcOrd="6" destOrd="0" presId="urn:microsoft.com/office/officeart/2018/2/layout/IconCircleList"/>
    <dgm:cxn modelId="{B4B8B72F-EA19-4295-B52D-BD281F0992E7}" type="presParOf" srcId="{C09CB10D-EA37-47AE-A0FB-BC80D196C4B7}" destId="{305B6B50-7C72-4239-823D-11A61F3051CA}" srcOrd="0" destOrd="0" presId="urn:microsoft.com/office/officeart/2018/2/layout/IconCircleList"/>
    <dgm:cxn modelId="{04348BC5-2CB6-4E0E-B33A-850AE73FCE50}" type="presParOf" srcId="{C09CB10D-EA37-47AE-A0FB-BC80D196C4B7}" destId="{80B53A3B-6F44-44E6-83F2-913D4D1CE834}" srcOrd="1" destOrd="0" presId="urn:microsoft.com/office/officeart/2018/2/layout/IconCircleList"/>
    <dgm:cxn modelId="{D0A873F6-73FC-4046-9E06-4EE8BD3D6656}" type="presParOf" srcId="{C09CB10D-EA37-47AE-A0FB-BC80D196C4B7}" destId="{97C6DE6B-6794-4DE2-9A8A-E4868578DCAF}" srcOrd="2" destOrd="0" presId="urn:microsoft.com/office/officeart/2018/2/layout/IconCircleList"/>
    <dgm:cxn modelId="{2115533D-B429-4A03-A32F-8FB5A0495CF4}" type="presParOf" srcId="{C09CB10D-EA37-47AE-A0FB-BC80D196C4B7}" destId="{B85172AC-5685-43B3-BDC9-CC990869844E}" srcOrd="3" destOrd="0" presId="urn:microsoft.com/office/officeart/2018/2/layout/IconCircleList"/>
    <dgm:cxn modelId="{40228992-448B-4773-ABDC-23F90C5529B0}" type="presParOf" srcId="{B7ECB777-60BF-421D-BEB0-03F1758257F5}" destId="{04B71A5D-F200-4F48-9C2A-67AF1220DEE4}" srcOrd="7" destOrd="0" presId="urn:microsoft.com/office/officeart/2018/2/layout/IconCircleList"/>
    <dgm:cxn modelId="{BB869A6D-4C42-437F-BD51-3EA47086F537}" type="presParOf" srcId="{B7ECB777-60BF-421D-BEB0-03F1758257F5}" destId="{2FBB8FE2-3E86-47DC-A30E-5BFE55E33B31}" srcOrd="8" destOrd="0" presId="urn:microsoft.com/office/officeart/2018/2/layout/IconCircleList"/>
    <dgm:cxn modelId="{7B170058-DF2F-4C41-883E-7DF41150863A}" type="presParOf" srcId="{2FBB8FE2-3E86-47DC-A30E-5BFE55E33B31}" destId="{D62CE476-31CD-4B82-ADBD-9BD3D9995D0D}" srcOrd="0" destOrd="0" presId="urn:microsoft.com/office/officeart/2018/2/layout/IconCircleList"/>
    <dgm:cxn modelId="{563305B8-9C33-45F1-A941-3EA691675B85}" type="presParOf" srcId="{2FBB8FE2-3E86-47DC-A30E-5BFE55E33B31}" destId="{CA2B1F27-534A-4EA4-A8E9-8541382A1380}" srcOrd="1" destOrd="0" presId="urn:microsoft.com/office/officeart/2018/2/layout/IconCircleList"/>
    <dgm:cxn modelId="{50DC7149-E551-4BE4-AB56-11F845EBE0CF}" type="presParOf" srcId="{2FBB8FE2-3E86-47DC-A30E-5BFE55E33B31}" destId="{D7ECB1CC-99A6-4596-9B48-383E3B17B49E}" srcOrd="2" destOrd="0" presId="urn:microsoft.com/office/officeart/2018/2/layout/IconCircleList"/>
    <dgm:cxn modelId="{3A2B9E9C-FCB5-4721-B671-469D4CF7729D}" type="presParOf" srcId="{2FBB8FE2-3E86-47DC-A30E-5BFE55E33B31}" destId="{B80AAE7D-8624-49D7-A651-18E66734CFB5}" srcOrd="3" destOrd="0" presId="urn:microsoft.com/office/officeart/2018/2/layout/IconCircleList"/>
    <dgm:cxn modelId="{FB9116BB-FE74-49A4-B900-290FD1264092}" type="presParOf" srcId="{B7ECB777-60BF-421D-BEB0-03F1758257F5}" destId="{9111B0EF-23B7-4263-BF4D-DAF9E6AB9A4D}" srcOrd="9" destOrd="0" presId="urn:microsoft.com/office/officeart/2018/2/layout/IconCircleList"/>
    <dgm:cxn modelId="{7B527994-D483-497A-A99D-B6244B23C7A1}" type="presParOf" srcId="{B7ECB777-60BF-421D-BEB0-03F1758257F5}" destId="{FFBA2F6E-C019-4B1D-BD27-EE7A320B3935}" srcOrd="10" destOrd="0" presId="urn:microsoft.com/office/officeart/2018/2/layout/IconCircleList"/>
    <dgm:cxn modelId="{37D153FF-8A9A-46D5-BCB6-51C26FE95973}" type="presParOf" srcId="{FFBA2F6E-C019-4B1D-BD27-EE7A320B3935}" destId="{CC4F4FE1-8B68-46AB-B240-935D85418D77}" srcOrd="0" destOrd="0" presId="urn:microsoft.com/office/officeart/2018/2/layout/IconCircleList"/>
    <dgm:cxn modelId="{7172778B-D475-4887-AD11-06F4D18D7549}" type="presParOf" srcId="{FFBA2F6E-C019-4B1D-BD27-EE7A320B3935}" destId="{03B455AF-A60C-4544-9850-08070D5EB21B}" srcOrd="1" destOrd="0" presId="urn:microsoft.com/office/officeart/2018/2/layout/IconCircleList"/>
    <dgm:cxn modelId="{07C9B4D7-4B0F-44B0-B0B1-61B873E323FB}" type="presParOf" srcId="{FFBA2F6E-C019-4B1D-BD27-EE7A320B3935}" destId="{072D8F36-9182-4964-A7D8-7C6586B1E240}" srcOrd="2" destOrd="0" presId="urn:microsoft.com/office/officeart/2018/2/layout/IconCircleList"/>
    <dgm:cxn modelId="{27E912B7-7D95-4C10-B97B-C0DADA448BB5}" type="presParOf" srcId="{FFBA2F6E-C019-4B1D-BD27-EE7A320B3935}" destId="{8F04F635-2DAC-41AC-ACA8-7304B7BBB35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3A1A8-CABF-4034-AFAA-3ABF1D6AC483}">
      <dsp:nvSpPr>
        <dsp:cNvPr id="0" name=""/>
        <dsp:cNvSpPr/>
      </dsp:nvSpPr>
      <dsp:spPr>
        <a:xfrm>
          <a:off x="813" y="663920"/>
          <a:ext cx="3173907" cy="190434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Global salary dataset of data science professionals</a:t>
          </a:r>
        </a:p>
      </dsp:txBody>
      <dsp:txXfrm>
        <a:off x="813" y="663920"/>
        <a:ext cx="3173907" cy="1904344"/>
      </dsp:txXfrm>
    </dsp:sp>
    <dsp:sp modelId="{5DB1289F-38B1-4347-9C43-A867AEF592E1}">
      <dsp:nvSpPr>
        <dsp:cNvPr id="0" name=""/>
        <dsp:cNvSpPr/>
      </dsp:nvSpPr>
      <dsp:spPr>
        <a:xfrm>
          <a:off x="3492111" y="663920"/>
          <a:ext cx="3173907" cy="19043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Filtered to: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Full-time employees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Salaries standardized to U.S. dollars</a:t>
          </a:r>
        </a:p>
      </dsp:txBody>
      <dsp:txXfrm>
        <a:off x="3492111" y="663920"/>
        <a:ext cx="3173907" cy="1904344"/>
      </dsp:txXfrm>
    </dsp:sp>
    <dsp:sp modelId="{A895A3E3-B831-428C-A425-445983AD9AD1}">
      <dsp:nvSpPr>
        <dsp:cNvPr id="0" name=""/>
        <dsp:cNvSpPr/>
      </dsp:nvSpPr>
      <dsp:spPr>
        <a:xfrm>
          <a:off x="813" y="2885655"/>
          <a:ext cx="3173907" cy="190434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variables: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Salary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Experience level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Employee location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Remote work category</a:t>
          </a:r>
        </a:p>
        <a:p>
          <a:pPr marL="114300" lvl="1" indent="-114300" algn="l" defTabSz="6667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Company size</a:t>
          </a:r>
        </a:p>
      </dsp:txBody>
      <dsp:txXfrm>
        <a:off x="813" y="2885655"/>
        <a:ext cx="3173907" cy="1904344"/>
      </dsp:txXfrm>
    </dsp:sp>
    <dsp:sp modelId="{FFC23A8A-E9D7-4B52-B8B5-2859CD966FF8}">
      <dsp:nvSpPr>
        <dsp:cNvPr id="0" name=""/>
        <dsp:cNvSpPr/>
      </dsp:nvSpPr>
      <dsp:spPr>
        <a:xfrm>
          <a:off x="3492111" y="2885655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Final analysis focuses on salaries from small companies similar to ours</a:t>
          </a:r>
        </a:p>
      </dsp:txBody>
      <dsp:txXfrm>
        <a:off x="3492111" y="2885655"/>
        <a:ext cx="3173907" cy="1904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6E8B9-73FE-4D05-B9FD-BC06E6559509}">
      <dsp:nvSpPr>
        <dsp:cNvPr id="0" name=""/>
        <dsp:cNvSpPr/>
      </dsp:nvSpPr>
      <dsp:spPr>
        <a:xfrm>
          <a:off x="0" y="87569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Entry Level: $45,896 – $90,000</a:t>
          </a:r>
        </a:p>
      </dsp:txBody>
      <dsp:txXfrm>
        <a:off x="48726" y="136295"/>
        <a:ext cx="6569381" cy="900704"/>
      </dsp:txXfrm>
    </dsp:sp>
    <dsp:sp modelId="{6749BCBE-6E90-4B8E-AD62-2854F9D44DCF}">
      <dsp:nvSpPr>
        <dsp:cNvPr id="0" name=""/>
        <dsp:cNvSpPr/>
      </dsp:nvSpPr>
      <dsp:spPr>
        <a:xfrm>
          <a:off x="0" y="1157725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Mid-Level: $20,000 – $74,000</a:t>
          </a:r>
          <a:endParaRPr lang="en-US" sz="2500" kern="1200"/>
        </a:p>
      </dsp:txBody>
      <dsp:txXfrm>
        <a:off x="48726" y="1206451"/>
        <a:ext cx="6569381" cy="900704"/>
      </dsp:txXfrm>
    </dsp:sp>
    <dsp:sp modelId="{7FFA4241-9B9E-491C-9255-882A38069B25}">
      <dsp:nvSpPr>
        <dsp:cNvPr id="0" name=""/>
        <dsp:cNvSpPr/>
      </dsp:nvSpPr>
      <dsp:spPr>
        <a:xfrm>
          <a:off x="0" y="2227881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Senior Level: $76,833 – $160,000</a:t>
          </a:r>
        </a:p>
      </dsp:txBody>
      <dsp:txXfrm>
        <a:off x="48726" y="2276607"/>
        <a:ext cx="6569381" cy="900704"/>
      </dsp:txXfrm>
    </dsp:sp>
    <dsp:sp modelId="{9E26D4E5-676F-45E0-8283-24BF51E83BC2}">
      <dsp:nvSpPr>
        <dsp:cNvPr id="0" name=""/>
        <dsp:cNvSpPr/>
      </dsp:nvSpPr>
      <dsp:spPr>
        <a:xfrm>
          <a:off x="0" y="3298038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Mid-level hiring prevents the steep cost associated with senior roles</a:t>
          </a:r>
        </a:p>
      </dsp:txBody>
      <dsp:txXfrm>
        <a:off x="48726" y="3346764"/>
        <a:ext cx="6569381" cy="900704"/>
      </dsp:txXfrm>
    </dsp:sp>
    <dsp:sp modelId="{2D111EAB-2FBB-43E7-B5E6-FADB907EFFCC}">
      <dsp:nvSpPr>
        <dsp:cNvPr id="0" name=""/>
        <dsp:cNvSpPr/>
      </dsp:nvSpPr>
      <dsp:spPr>
        <a:xfrm>
          <a:off x="0" y="4368194"/>
          <a:ext cx="6666833" cy="998156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Offering senior roles will keep company competitive with other firms.</a:t>
          </a:r>
        </a:p>
      </dsp:txBody>
      <dsp:txXfrm>
        <a:off x="48726" y="4416920"/>
        <a:ext cx="6569381" cy="900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147FF-B3AE-449C-BD85-6B8B73DEFAB8}">
      <dsp:nvSpPr>
        <dsp:cNvPr id="0" name=""/>
        <dsp:cNvSpPr/>
      </dsp:nvSpPr>
      <dsp:spPr>
        <a:xfrm>
          <a:off x="41722" y="439663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0F5DF1-2BF5-4F95-BE49-6D93B88307E6}">
      <dsp:nvSpPr>
        <dsp:cNvPr id="0" name=""/>
        <dsp:cNvSpPr/>
      </dsp:nvSpPr>
      <dsp:spPr>
        <a:xfrm>
          <a:off x="229135" y="627077"/>
          <a:ext cx="517618" cy="5176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96E10-DE1D-4FFE-B6E4-3C254E8BEA8D}">
      <dsp:nvSpPr>
        <dsp:cNvPr id="0" name=""/>
        <dsp:cNvSpPr/>
      </dsp:nvSpPr>
      <dsp:spPr>
        <a:xfrm>
          <a:off x="1125406" y="439663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Primary target: Mid-level Data Scientist </a:t>
          </a:r>
        </a:p>
      </dsp:txBody>
      <dsp:txXfrm>
        <a:off x="1125406" y="439663"/>
        <a:ext cx="2103621" cy="892445"/>
      </dsp:txXfrm>
    </dsp:sp>
    <dsp:sp modelId="{1786870A-B24A-4A7C-8EA8-53A623DFEBA8}">
      <dsp:nvSpPr>
        <dsp:cNvPr id="0" name=""/>
        <dsp:cNvSpPr/>
      </dsp:nvSpPr>
      <dsp:spPr>
        <a:xfrm>
          <a:off x="3595567" y="439663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1DD42-3E6B-4503-B4F2-D4F4A604B177}">
      <dsp:nvSpPr>
        <dsp:cNvPr id="0" name=""/>
        <dsp:cNvSpPr/>
      </dsp:nvSpPr>
      <dsp:spPr>
        <a:xfrm>
          <a:off x="3782981" y="627077"/>
          <a:ext cx="517618" cy="5176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B52F2-53E9-448E-89C1-458599782A06}">
      <dsp:nvSpPr>
        <dsp:cNvPr id="0" name=""/>
        <dsp:cNvSpPr/>
      </dsp:nvSpPr>
      <dsp:spPr>
        <a:xfrm>
          <a:off x="4679251" y="439663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Offer near the upper half of recommended range to remain competitive </a:t>
          </a:r>
        </a:p>
      </dsp:txBody>
      <dsp:txXfrm>
        <a:off x="4679251" y="439663"/>
        <a:ext cx="2103621" cy="892445"/>
      </dsp:txXfrm>
    </dsp:sp>
    <dsp:sp modelId="{CB272507-0CD0-4E7F-952D-696EE0E1BC94}">
      <dsp:nvSpPr>
        <dsp:cNvPr id="0" name=""/>
        <dsp:cNvSpPr/>
      </dsp:nvSpPr>
      <dsp:spPr>
        <a:xfrm>
          <a:off x="7149412" y="439663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46C7F-83AA-4E61-A35F-B5063E461A24}">
      <dsp:nvSpPr>
        <dsp:cNvPr id="0" name=""/>
        <dsp:cNvSpPr/>
      </dsp:nvSpPr>
      <dsp:spPr>
        <a:xfrm>
          <a:off x="7336826" y="627077"/>
          <a:ext cx="517618" cy="5176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967A0-73F5-4076-8B91-39E200C7C44F}">
      <dsp:nvSpPr>
        <dsp:cNvPr id="0" name=""/>
        <dsp:cNvSpPr/>
      </dsp:nvSpPr>
      <dsp:spPr>
        <a:xfrm>
          <a:off x="8233096" y="439663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Offer remote or hybrid positions to expand the hiring pool </a:t>
          </a:r>
        </a:p>
      </dsp:txBody>
      <dsp:txXfrm>
        <a:off x="8233096" y="439663"/>
        <a:ext cx="2103621" cy="892445"/>
      </dsp:txXfrm>
    </dsp:sp>
    <dsp:sp modelId="{305B6B50-7C72-4239-823D-11A61F3051CA}">
      <dsp:nvSpPr>
        <dsp:cNvPr id="0" name=""/>
        <dsp:cNvSpPr/>
      </dsp:nvSpPr>
      <dsp:spPr>
        <a:xfrm>
          <a:off x="41722" y="1877792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53A3B-6F44-44E6-83F2-913D4D1CE834}">
      <dsp:nvSpPr>
        <dsp:cNvPr id="0" name=""/>
        <dsp:cNvSpPr/>
      </dsp:nvSpPr>
      <dsp:spPr>
        <a:xfrm>
          <a:off x="229135" y="2065206"/>
          <a:ext cx="517618" cy="5176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172AC-5685-43B3-BDC9-CC990869844E}">
      <dsp:nvSpPr>
        <dsp:cNvPr id="0" name=""/>
        <dsp:cNvSpPr/>
      </dsp:nvSpPr>
      <dsp:spPr>
        <a:xfrm>
          <a:off x="1125406" y="1877792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Consider international hiring for cost reduction </a:t>
          </a:r>
        </a:p>
      </dsp:txBody>
      <dsp:txXfrm>
        <a:off x="1125406" y="1877792"/>
        <a:ext cx="2103621" cy="892445"/>
      </dsp:txXfrm>
    </dsp:sp>
    <dsp:sp modelId="{D62CE476-31CD-4B82-ADBD-9BD3D9995D0D}">
      <dsp:nvSpPr>
        <dsp:cNvPr id="0" name=""/>
        <dsp:cNvSpPr/>
      </dsp:nvSpPr>
      <dsp:spPr>
        <a:xfrm>
          <a:off x="3595567" y="1877792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B1F27-534A-4EA4-A8E9-8541382A1380}">
      <dsp:nvSpPr>
        <dsp:cNvPr id="0" name=""/>
        <dsp:cNvSpPr/>
      </dsp:nvSpPr>
      <dsp:spPr>
        <a:xfrm>
          <a:off x="3782981" y="2065206"/>
          <a:ext cx="517618" cy="51761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AAE7D-8624-49D7-A651-18E66734CFB5}">
      <dsp:nvSpPr>
        <dsp:cNvPr id="0" name=""/>
        <dsp:cNvSpPr/>
      </dsp:nvSpPr>
      <dsp:spPr>
        <a:xfrm>
          <a:off x="4679251" y="1877792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Prioritize mid-level candidates for highest value </a:t>
          </a:r>
        </a:p>
      </dsp:txBody>
      <dsp:txXfrm>
        <a:off x="4679251" y="1877792"/>
        <a:ext cx="2103621" cy="892445"/>
      </dsp:txXfrm>
    </dsp:sp>
    <dsp:sp modelId="{CC4F4FE1-8B68-46AB-B240-935D85418D77}">
      <dsp:nvSpPr>
        <dsp:cNvPr id="0" name=""/>
        <dsp:cNvSpPr/>
      </dsp:nvSpPr>
      <dsp:spPr>
        <a:xfrm>
          <a:off x="7149412" y="1877792"/>
          <a:ext cx="892445" cy="89244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455AF-A60C-4544-9850-08070D5EB21B}">
      <dsp:nvSpPr>
        <dsp:cNvPr id="0" name=""/>
        <dsp:cNvSpPr/>
      </dsp:nvSpPr>
      <dsp:spPr>
        <a:xfrm>
          <a:off x="7336826" y="2065206"/>
          <a:ext cx="517618" cy="51761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4F635-2DAC-41AC-ACA8-7304B7BBB357}">
      <dsp:nvSpPr>
        <dsp:cNvPr id="0" name=""/>
        <dsp:cNvSpPr/>
      </dsp:nvSpPr>
      <dsp:spPr>
        <a:xfrm>
          <a:off x="8233096" y="1877792"/>
          <a:ext cx="2103621" cy="892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Review compensation annually as market trends change</a:t>
          </a:r>
        </a:p>
      </dsp:txBody>
      <dsp:txXfrm>
        <a:off x="8233096" y="1877792"/>
        <a:ext cx="2103621" cy="892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198F-B0A8-EE06-1683-EE15C2834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45F7B-FBAC-9E83-B66A-F902BD329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1D7D6-B44E-A73E-172F-4669F061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5BF25-586C-6316-1AF5-DA6DF459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0DD4C-4304-E446-4B23-CCF260A3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47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6721-4294-1E34-E3DE-305608810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B608A-2B5A-3D98-53BC-0C8640EE3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BF3DE-88C4-60D5-708D-2001C4FF4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D2B64-4258-09EA-6488-3D514F65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4805F-C5C6-94CA-8754-C30D7E65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8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4DF8-CAA0-4466-2102-0ED0D41E1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90C3E-9CF7-C0C3-5477-383DDAF7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AF5B7-B94E-B3CB-7D3C-79949E0A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F39FF-C650-623D-3531-57CD2474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8667-EF85-8660-9530-06F3DC3C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91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E6FF7-38BC-9439-B173-C6D03C282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7DD5C-CD55-F0CE-2A58-5065B61DE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F9762-8013-AE07-847A-DB48D4BB5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F6EEF-8247-DFAA-4F6F-3347DEE0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58349-FBB8-164E-442F-1A2E880C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BBD88-BDDC-87AE-273B-BC15D2E69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7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767F-D220-D434-9011-0DB4260A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BF4F6-F00C-FD37-7F83-400F20006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B7D8A-67E4-FB11-0F98-17A514C46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B7005-6D58-9C5D-D321-9804C6DB6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10CA2-1BBF-B4FC-A54D-0DE89E0A9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568D8-59F5-2938-7B92-4525A835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DE2DA-00A8-8AC6-A72E-24672585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BB1D9-1022-74B9-2A40-C89BAD09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6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CD56-DAF0-9B2D-9001-02100CE63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3FB93-AE92-DB44-ED75-DA51F31F3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407DA-E3A9-1EE4-1C91-99165BE2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AA8D3-39B1-382F-C3E8-03AA8E39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0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0F6E28-F5C5-C9EF-9346-5FF4903C7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EEDE2-C813-800F-E9B9-34C4520B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BD00E-C1CB-9925-9961-90F2D259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1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F772-4670-7FC1-3C94-EF03AB969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C86B-7373-4F53-CC74-8C301D5CD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E4932-80DC-F67A-AE46-6F010B804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C7B72-AD65-5406-E064-5645E147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49D2E-8F3C-A27B-5A86-077576F2F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8BB40-9503-D238-071B-9C4884BAB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5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4A4F-9C65-679D-9909-2F57C878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9860C1-0BDD-AAA1-9F46-F9F46D8DE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C47E2-2B93-4C7A-F30D-CD4B6BFF8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AA8E5-4B18-0BDC-AB53-AFD034C8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B3C15-6883-3EC3-BEAB-BCCC29A2B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1635A-D660-FDBA-5085-8D469F96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1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48FC-F39F-55A1-FD9F-8D5D898ED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11A13-F887-19FD-8AA2-20295CE8C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5AE2-41BD-AF83-AC5E-502D4681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C72B3-0B85-DDBB-2394-6B1B26022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49CE4-EFD9-847B-97B3-DF8072A2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4174C-34AE-6AFC-FF39-CCC998BA1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11BFB-D277-25A0-620E-93CCA41A5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0C61-E7E9-932E-0190-7EE7FAC8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56068-AA61-9104-912A-F06BAC71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C292A-BD85-FB2B-159A-064793BB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7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FEBF9-0A64-984B-8031-95AC0ACB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D5525-B22E-9EF7-5B5F-4B5BE6B39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04637-6E31-7CF0-3E26-E677961BA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684E8-6C23-4B44-AFC2-06E5F8D1239E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FC72B-DC97-318B-FD31-7DDA1422B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73192-75D4-26AC-4C5D-9F3151A2D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9DA18-CD5E-426F-8A02-FAE11E1E0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8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75EDA-411F-A595-2D81-1344BE71C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Hiring a Full-Time Data Scientist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Salary Market Analysis &amp; 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58874-838F-432E-D443-A145B82CA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Brian Wrenn </a:t>
            </a:r>
          </a:p>
        </p:txBody>
      </p:sp>
    </p:spTree>
    <p:extLst>
      <p:ext uri="{BB962C8B-B14F-4D97-AF65-F5344CB8AC3E}">
        <p14:creationId xmlns:p14="http://schemas.microsoft.com/office/powerpoint/2010/main" val="2184383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F23744-D595-BBEC-0CFC-550B58A7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Business Challenge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A7B6-C712-0B04-3F4D-A1F22FEDE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 dirty="0"/>
              <a:t>Company plans to hire a full-time Data Scientist</a:t>
            </a:r>
          </a:p>
          <a:p>
            <a:r>
              <a:rPr lang="en-US" sz="2600" dirty="0"/>
              <a:t>Pay differs by experience level, location, remote work, and company size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Objectives:</a:t>
            </a:r>
          </a:p>
          <a:p>
            <a:pPr marL="0" indent="0">
              <a:buNone/>
            </a:pPr>
            <a:r>
              <a:rPr lang="en-US" sz="2600" dirty="0"/>
              <a:t>Compare salaries of potential candidates based on different factors:</a:t>
            </a:r>
          </a:p>
          <a:p>
            <a:pPr>
              <a:buFontTx/>
              <a:buChar char="-"/>
            </a:pPr>
            <a:r>
              <a:rPr lang="en-US" sz="2600" dirty="0"/>
              <a:t>Experience level</a:t>
            </a:r>
          </a:p>
          <a:p>
            <a:pPr>
              <a:buFontTx/>
              <a:buChar char="-"/>
            </a:pPr>
            <a:r>
              <a:rPr lang="en-US" sz="2600" dirty="0"/>
              <a:t>U.S. vs Non-U.S. employees</a:t>
            </a:r>
          </a:p>
          <a:p>
            <a:pPr>
              <a:buFontTx/>
              <a:buChar char="-"/>
            </a:pPr>
            <a:r>
              <a:rPr lang="en-US" sz="2600" dirty="0"/>
              <a:t>Remote vs on-site work</a:t>
            </a:r>
          </a:p>
          <a:p>
            <a:pPr>
              <a:buFontTx/>
              <a:buChar char="-"/>
            </a:pPr>
            <a:r>
              <a:rPr lang="en-US" sz="2600" dirty="0"/>
              <a:t>Company size</a:t>
            </a:r>
          </a:p>
        </p:txBody>
      </p:sp>
    </p:spTree>
    <p:extLst>
      <p:ext uri="{BB962C8B-B14F-4D97-AF65-F5344CB8AC3E}">
        <p14:creationId xmlns:p14="http://schemas.microsoft.com/office/powerpoint/2010/main" val="1273506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34484-E732-3760-9E16-60BE156C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 and Methodology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9D9268C-145D-8200-99B0-22F62DD8C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74510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327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B3C07-8345-671E-4839-1B9BA8B80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Salary Based on Experience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5DD55-1707-8D8A-3C14-1C642C92F0EC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• Salary increases consistently as experience increases</a:t>
            </a:r>
            <a:br>
              <a:rPr lang="en-US" dirty="0"/>
            </a:br>
            <a:r>
              <a:rPr lang="en-US" dirty="0"/>
              <a:t>• Entry-level workers earn the lowest salaries</a:t>
            </a:r>
            <a:br>
              <a:rPr lang="en-US" dirty="0"/>
            </a:br>
            <a:r>
              <a:rPr lang="en-US" dirty="0"/>
              <a:t>• Senior and executive employees earn the highest salaries</a:t>
            </a:r>
            <a:br>
              <a:rPr lang="en-US" dirty="0"/>
            </a:br>
            <a:r>
              <a:rPr lang="en-US" dirty="0"/>
              <a:t>• Largest increases occur moving from mid-level to senior roles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• Mid-level hiring offers strongest balance of affordability and experience</a:t>
            </a:r>
          </a:p>
        </p:txBody>
      </p:sp>
      <p:pic>
        <p:nvPicPr>
          <p:cNvPr id="5" name="Content Placeholder 4" descr="A graph with a bar chart and a line of a graph&#10;&#10;AI-generated content may be incorrect.">
            <a:extLst>
              <a:ext uri="{FF2B5EF4-FFF2-40B4-BE49-F238E27FC236}">
                <a16:creationId xmlns:a16="http://schemas.microsoft.com/office/drawing/2014/main" id="{E555494E-DDF2-7896-3CF9-F4BE0DDD3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649413"/>
            <a:ext cx="6440424" cy="35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5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1A663-12FC-AA3C-1E2E-80F6F0BFA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U.S. vs Non-U.S. Salaries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5F5DF-E047-85C6-A527-E756BAA142C4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900" dirty="0"/>
              <a:t>• U.S.-based employees earn higher median salaries</a:t>
            </a:r>
            <a:br>
              <a:rPr lang="en-US" sz="1900" dirty="0"/>
            </a:br>
            <a:r>
              <a:rPr lang="en-US" sz="1900" dirty="0"/>
              <a:t>• International hires command lower average compensation</a:t>
            </a:r>
            <a:br>
              <a:rPr lang="en-US" sz="1900" dirty="0"/>
            </a:br>
            <a:r>
              <a:rPr lang="en-US" sz="1900" dirty="0"/>
              <a:t>• Salary savings must be balanced against communication and collaboration considerations</a:t>
            </a:r>
          </a:p>
          <a:p>
            <a:pPr>
              <a:spcAft>
                <a:spcPts val="600"/>
              </a:spcAft>
            </a:pPr>
            <a:r>
              <a:rPr lang="en-US" sz="1900" dirty="0"/>
              <a:t>• Hiring outside the U.S. reduces cost but may add operational challenges</a:t>
            </a:r>
          </a:p>
        </p:txBody>
      </p:sp>
      <p:pic>
        <p:nvPicPr>
          <p:cNvPr id="5" name="Content Placeholder 4" descr="A graph with a bar graph and a bar chart with a bar graph&#10;&#10;AI-generated content may be incorrect.">
            <a:extLst>
              <a:ext uri="{FF2B5EF4-FFF2-40B4-BE49-F238E27FC236}">
                <a16:creationId xmlns:a16="http://schemas.microsoft.com/office/drawing/2014/main" id="{57B6F347-0EB2-F3E5-716A-AC059C306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51065"/>
            <a:ext cx="6903720" cy="375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5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3CE51-4A63-F97B-2D17-D839B5DA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Remote Work</a:t>
            </a:r>
          </a:p>
        </p:txBody>
      </p:sp>
      <p:pic>
        <p:nvPicPr>
          <p:cNvPr id="5" name="Content Placeholder 4" descr="A graph of a remote work category&#10;&#10;AI-generated content may be incorrect.">
            <a:extLst>
              <a:ext uri="{FF2B5EF4-FFF2-40B4-BE49-F238E27FC236}">
                <a16:creationId xmlns:a16="http://schemas.microsoft.com/office/drawing/2014/main" id="{207DC399-2141-2BD9-8E5F-DDEB79359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839" y="457200"/>
            <a:ext cx="6351283" cy="3455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EB4DD5-2E00-2950-CA42-4D47D3F10615}"/>
              </a:ext>
            </a:extLst>
          </p:cNvPr>
          <p:cNvSpPr txBox="1"/>
          <p:nvPr/>
        </p:nvSpPr>
        <p:spPr>
          <a:xfrm>
            <a:off x="5246415" y="4230094"/>
            <a:ext cx="6235268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• Salary differences across work arrangements are minimal</a:t>
            </a:r>
            <a:br>
              <a:rPr lang="en-US" sz="1900" dirty="0"/>
            </a:br>
            <a:r>
              <a:rPr lang="en-US" sz="1900" dirty="0"/>
              <a:t>• Remote positions do not require higher pay</a:t>
            </a:r>
            <a:br>
              <a:rPr lang="en-US" sz="1900" dirty="0"/>
            </a:br>
            <a:r>
              <a:rPr lang="en-US" sz="1900" dirty="0"/>
              <a:t>• Flexibility expands the hiring pool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• Remote hiring increases access to talent without increasing salary costs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9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A1F4F8-297F-1AB6-3EEB-637012D7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Small Company Salary Benchmarks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92B8FC-B995-C0EE-871C-B6E5418E3F5F}"/>
              </a:ext>
            </a:extLst>
          </p:cNvPr>
          <p:cNvSpPr txBox="1"/>
          <p:nvPr/>
        </p:nvSpPr>
        <p:spPr>
          <a:xfrm>
            <a:off x="871442" y="2447337"/>
            <a:ext cx="4353116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595959"/>
                </a:solidFill>
              </a:rPr>
              <a:t>• Small companies offer competitive but moderate salaries</a:t>
            </a:r>
            <a:br>
              <a:rPr lang="en-US" sz="2000" dirty="0">
                <a:solidFill>
                  <a:srgbClr val="595959"/>
                </a:solidFill>
              </a:rPr>
            </a:br>
            <a:r>
              <a:rPr lang="en-US" sz="2000" dirty="0">
                <a:solidFill>
                  <a:srgbClr val="595959"/>
                </a:solidFill>
              </a:rPr>
              <a:t>• Salary still scales predictably by experience</a:t>
            </a:r>
            <a:br>
              <a:rPr lang="en-US" sz="2000" dirty="0">
                <a:solidFill>
                  <a:srgbClr val="595959"/>
                </a:solidFill>
              </a:rPr>
            </a:br>
            <a:r>
              <a:rPr lang="en-US" sz="2000" dirty="0">
                <a:solidFill>
                  <a:srgbClr val="595959"/>
                </a:solidFill>
              </a:rPr>
              <a:t>• Mid-level salary ranges are consistent across the small-company market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595959"/>
                </a:solidFill>
              </a:rPr>
              <a:t>• These salaries best represent what our company should expect to pay</a:t>
            </a:r>
          </a:p>
        </p:txBody>
      </p:sp>
      <p:pic>
        <p:nvPicPr>
          <p:cNvPr id="5" name="Content Placeholder 4" descr="A graph with a bar chart&#10;&#10;AI-generated content may be incorrect.">
            <a:extLst>
              <a:ext uri="{FF2B5EF4-FFF2-40B4-BE49-F238E27FC236}">
                <a16:creationId xmlns:a16="http://schemas.microsoft.com/office/drawing/2014/main" id="{3D709F7F-EA5A-E0B7-A43D-7F5920F85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1" y="2146900"/>
            <a:ext cx="4797056" cy="26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4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FF9B0-48C2-9002-2D78-209F97B6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800">
                <a:solidFill>
                  <a:srgbClr val="FFFFFF"/>
                </a:solidFill>
              </a:rPr>
              <a:t>Salary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F76600-6F2B-444F-E6B1-2DD2944E42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73601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002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0D467-D907-647B-CBCA-69E97CDA9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Strategic Considerations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DBC73A-3E43-D6BE-F5EE-678AA002455C}"/>
              </a:ext>
            </a:extLst>
          </p:cNvPr>
          <p:cNvSpPr txBox="1"/>
          <p:nvPr/>
        </p:nvSpPr>
        <p:spPr>
          <a:xfrm>
            <a:off x="9786257" y="9361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4" name="Content Placeholder 9">
            <a:extLst>
              <a:ext uri="{FF2B5EF4-FFF2-40B4-BE49-F238E27FC236}">
                <a16:creationId xmlns:a16="http://schemas.microsoft.com/office/drawing/2014/main" id="{7C3C69FB-5615-11ED-A1AD-796248B2D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73452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473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06E64-3EE8-1178-C2A7-75B53544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Conclusion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908AD34-9AB7-88CA-DA35-0953B7C21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92500"/>
          </a:bodyPr>
          <a:lstStyle/>
          <a:p>
            <a:r>
              <a:rPr lang="en-US" sz="2200" dirty="0"/>
              <a:t>Experience level is the primary driver of salary difference</a:t>
            </a:r>
          </a:p>
          <a:p>
            <a:r>
              <a:rPr lang="en-US" sz="2200" dirty="0"/>
              <a:t>U.S. salaries exceed international compensation</a:t>
            </a:r>
          </a:p>
          <a:p>
            <a:r>
              <a:rPr lang="en-US" sz="2200" dirty="0"/>
              <a:t>Remote work flexibility does not significantly increase costs</a:t>
            </a:r>
          </a:p>
          <a:p>
            <a:r>
              <a:rPr lang="en-US" sz="2200" dirty="0"/>
              <a:t>Small-company salary benchmarks provide the most realistic budget targets</a:t>
            </a:r>
          </a:p>
          <a:p>
            <a:pPr marL="0" indent="0">
              <a:buNone/>
            </a:pPr>
            <a:r>
              <a:rPr lang="en-US" dirty="0"/>
              <a:t>Final Recommendation</a:t>
            </a:r>
          </a:p>
          <a:p>
            <a:r>
              <a:rPr lang="en-US" sz="2200" b="1" dirty="0"/>
              <a:t>Hire a mid-level Data Scientist at a salary between</a:t>
            </a:r>
            <a:br>
              <a:rPr lang="en-US" sz="2200" b="1" dirty="0"/>
            </a:br>
            <a:r>
              <a:rPr lang="en-US" sz="2200" b="1" dirty="0"/>
              <a:t>$60,000 – $70,000 USD</a:t>
            </a:r>
            <a:endParaRPr lang="en-US" sz="2200" dirty="0"/>
          </a:p>
          <a:p>
            <a:pPr lvl="1"/>
            <a:r>
              <a:rPr lang="en-US" sz="2200" dirty="0"/>
              <a:t>This range balances talent quality with cost efficiency for a growing company.</a:t>
            </a:r>
          </a:p>
          <a:p>
            <a:pPr marL="0" indent="0">
              <a:buNone/>
            </a:pPr>
            <a:endParaRPr lang="en-US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514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467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Hiring a Full-Time Data Scientist Salary Market Analysis &amp; Recommendation</vt:lpstr>
      <vt:lpstr>Business Challenge</vt:lpstr>
      <vt:lpstr>Data and Methodology</vt:lpstr>
      <vt:lpstr>Salary Based on Experience</vt:lpstr>
      <vt:lpstr>U.S. vs Non-U.S. Salaries</vt:lpstr>
      <vt:lpstr>Remote Work</vt:lpstr>
      <vt:lpstr>Small Company Salary Benchmarks</vt:lpstr>
      <vt:lpstr>Salary Recommendations</vt:lpstr>
      <vt:lpstr>Strategic Considerations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bdubsss0005@outlook.com</dc:creator>
  <cp:lastModifiedBy>bdubsss0005@outlook.com</cp:lastModifiedBy>
  <cp:revision>1</cp:revision>
  <dcterms:created xsi:type="dcterms:W3CDTF">2025-11-30T02:08:25Z</dcterms:created>
  <dcterms:modified xsi:type="dcterms:W3CDTF">2025-11-30T03:05:34Z</dcterms:modified>
</cp:coreProperties>
</file>